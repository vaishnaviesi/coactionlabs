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5" r:id="rId5"/>
  </p:sldMasterIdLst>
  <p:notesMasterIdLst>
    <p:notesMasterId r:id="rId9"/>
  </p:notesMasterIdLst>
  <p:sldIdLst>
    <p:sldId id="2147349205" r:id="rId6"/>
    <p:sldId id="2147349231" r:id="rId7"/>
    <p:sldId id="214734923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92DA3D-FC5C-C2E3-8685-333B58DF8E7F}" name="Kip Porterfield" initials="KP" userId="S::kporterfield@coactionspecialty.com::24702c8e-68b4-445d-a0c0-6bf8288528a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101"/>
    <a:srgbClr val="F9C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61F848-B244-4E66-9201-1FCB8F04534B}" v="30" dt="2026-03-31T19:17:53.112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7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p Porterfield" userId="24702c8e-68b4-445d-a0c0-6bf8288528a8" providerId="ADAL" clId="{22360F74-E288-40D7-8C0D-29CD787D1984}"/>
    <pc:docChg chg="undo custSel addSld delSld modSld sldOrd">
      <pc:chgData name="Kip Porterfield" userId="24702c8e-68b4-445d-a0c0-6bf8288528a8" providerId="ADAL" clId="{22360F74-E288-40D7-8C0D-29CD787D1984}" dt="2026-03-31T19:22:41.647" v="2312" actId="20577"/>
      <pc:docMkLst>
        <pc:docMk/>
      </pc:docMkLst>
      <pc:sldChg chg="modSp mod">
        <pc:chgData name="Kip Porterfield" userId="24702c8e-68b4-445d-a0c0-6bf8288528a8" providerId="ADAL" clId="{22360F74-E288-40D7-8C0D-29CD787D1984}" dt="2026-03-31T19:18:24.300" v="1830" actId="20577"/>
        <pc:sldMkLst>
          <pc:docMk/>
          <pc:sldMk cId="2168853686" sldId="2147349205"/>
        </pc:sldMkLst>
        <pc:spChg chg="mod">
          <ac:chgData name="Kip Porterfield" userId="24702c8e-68b4-445d-a0c0-6bf8288528a8" providerId="ADAL" clId="{22360F74-E288-40D7-8C0D-29CD787D1984}" dt="2026-03-31T19:18:24.300" v="1830" actId="20577"/>
          <ac:spMkLst>
            <pc:docMk/>
            <pc:sldMk cId="2168853686" sldId="2147349205"/>
            <ac:spMk id="2" creationId="{D82E981F-D717-C6BA-DDB9-B7CE7EA72DC7}"/>
          </ac:spMkLst>
        </pc:spChg>
      </pc:sldChg>
      <pc:sldChg chg="del">
        <pc:chgData name="Kip Porterfield" userId="24702c8e-68b4-445d-a0c0-6bf8288528a8" providerId="ADAL" clId="{22360F74-E288-40D7-8C0D-29CD787D1984}" dt="2026-03-31T19:18:09.252" v="1821" actId="2696"/>
        <pc:sldMkLst>
          <pc:docMk/>
          <pc:sldMk cId="1476254372" sldId="2147349220"/>
        </pc:sldMkLst>
      </pc:sldChg>
      <pc:sldChg chg="del">
        <pc:chgData name="Kip Porterfield" userId="24702c8e-68b4-445d-a0c0-6bf8288528a8" providerId="ADAL" clId="{22360F74-E288-40D7-8C0D-29CD787D1984}" dt="2026-03-31T19:18:09.252" v="1821" actId="2696"/>
        <pc:sldMkLst>
          <pc:docMk/>
          <pc:sldMk cId="2995766005" sldId="2147349225"/>
        </pc:sldMkLst>
      </pc:sldChg>
      <pc:sldChg chg="del">
        <pc:chgData name="Kip Porterfield" userId="24702c8e-68b4-445d-a0c0-6bf8288528a8" providerId="ADAL" clId="{22360F74-E288-40D7-8C0D-29CD787D1984}" dt="2026-03-31T19:18:09.252" v="1821" actId="2696"/>
        <pc:sldMkLst>
          <pc:docMk/>
          <pc:sldMk cId="2975231595" sldId="2147349226"/>
        </pc:sldMkLst>
      </pc:sldChg>
      <pc:sldChg chg="del">
        <pc:chgData name="Kip Porterfield" userId="24702c8e-68b4-445d-a0c0-6bf8288528a8" providerId="ADAL" clId="{22360F74-E288-40D7-8C0D-29CD787D1984}" dt="2026-03-31T19:18:17.157" v="1822" actId="2696"/>
        <pc:sldMkLst>
          <pc:docMk/>
          <pc:sldMk cId="1383667650" sldId="2147349227"/>
        </pc:sldMkLst>
      </pc:sldChg>
      <pc:sldChg chg="del">
        <pc:chgData name="Kip Porterfield" userId="24702c8e-68b4-445d-a0c0-6bf8288528a8" providerId="ADAL" clId="{22360F74-E288-40D7-8C0D-29CD787D1984}" dt="2026-03-31T19:18:09.252" v="1821" actId="2696"/>
        <pc:sldMkLst>
          <pc:docMk/>
          <pc:sldMk cId="2335314287" sldId="2147349228"/>
        </pc:sldMkLst>
      </pc:sldChg>
      <pc:sldChg chg="modSp new del mod">
        <pc:chgData name="Kip Porterfield" userId="24702c8e-68b4-445d-a0c0-6bf8288528a8" providerId="ADAL" clId="{22360F74-E288-40D7-8C0D-29CD787D1984}" dt="2026-03-31T19:18:27.997" v="1831" actId="2696"/>
        <pc:sldMkLst>
          <pc:docMk/>
          <pc:sldMk cId="3252465423" sldId="2147349229"/>
        </pc:sldMkLst>
        <pc:spChg chg="mod">
          <ac:chgData name="Kip Porterfield" userId="24702c8e-68b4-445d-a0c0-6bf8288528a8" providerId="ADAL" clId="{22360F74-E288-40D7-8C0D-29CD787D1984}" dt="2026-03-31T17:15:20.747" v="45" actId="20577"/>
          <ac:spMkLst>
            <pc:docMk/>
            <pc:sldMk cId="3252465423" sldId="2147349229"/>
            <ac:spMk id="2" creationId="{BA04738A-311B-1975-6D9F-C110C88A53FD}"/>
          </ac:spMkLst>
        </pc:spChg>
        <pc:spChg chg="mod">
          <ac:chgData name="Kip Porterfield" userId="24702c8e-68b4-445d-a0c0-6bf8288528a8" providerId="ADAL" clId="{22360F74-E288-40D7-8C0D-29CD787D1984}" dt="2026-03-31T17:15:35.356" v="57" actId="20577"/>
          <ac:spMkLst>
            <pc:docMk/>
            <pc:sldMk cId="3252465423" sldId="2147349229"/>
            <ac:spMk id="3" creationId="{576411D8-253A-FAF1-4E92-26EF7F6D7532}"/>
          </ac:spMkLst>
        </pc:spChg>
      </pc:sldChg>
      <pc:sldChg chg="modSp add mod">
        <pc:chgData name="Kip Porterfield" userId="24702c8e-68b4-445d-a0c0-6bf8288528a8" providerId="ADAL" clId="{22360F74-E288-40D7-8C0D-29CD787D1984}" dt="2026-03-31T19:22:41.647" v="2312" actId="20577"/>
        <pc:sldMkLst>
          <pc:docMk/>
          <pc:sldMk cId="2748378853" sldId="2147349230"/>
        </pc:sldMkLst>
        <pc:spChg chg="mod">
          <ac:chgData name="Kip Porterfield" userId="24702c8e-68b4-445d-a0c0-6bf8288528a8" providerId="ADAL" clId="{22360F74-E288-40D7-8C0D-29CD787D1984}" dt="2026-03-31T17:19:44.053" v="100" actId="20577"/>
          <ac:spMkLst>
            <pc:docMk/>
            <pc:sldMk cId="2748378853" sldId="2147349230"/>
            <ac:spMk id="3" creationId="{9B633DAE-0340-6694-2CD7-C49F9A7E0263}"/>
          </ac:spMkLst>
        </pc:spChg>
        <pc:spChg chg="mod">
          <ac:chgData name="Kip Porterfield" userId="24702c8e-68b4-445d-a0c0-6bf8288528a8" providerId="ADAL" clId="{22360F74-E288-40D7-8C0D-29CD787D1984}" dt="2026-03-31T19:22:41.647" v="2312" actId="20577"/>
          <ac:spMkLst>
            <pc:docMk/>
            <pc:sldMk cId="2748378853" sldId="2147349230"/>
            <ac:spMk id="4" creationId="{295B1A03-BD6D-7C39-1A79-CB61FADB3C43}"/>
          </ac:spMkLst>
        </pc:spChg>
      </pc:sldChg>
      <pc:sldChg chg="addSp delSp modSp add mod ord">
        <pc:chgData name="Kip Porterfield" userId="24702c8e-68b4-445d-a0c0-6bf8288528a8" providerId="ADAL" clId="{22360F74-E288-40D7-8C0D-29CD787D1984}" dt="2026-03-31T19:19:06.706" v="1845" actId="20577"/>
        <pc:sldMkLst>
          <pc:docMk/>
          <pc:sldMk cId="1720000433" sldId="2147349231"/>
        </pc:sldMkLst>
        <pc:spChg chg="mod">
          <ac:chgData name="Kip Porterfield" userId="24702c8e-68b4-445d-a0c0-6bf8288528a8" providerId="ADAL" clId="{22360F74-E288-40D7-8C0D-29CD787D1984}" dt="2026-03-31T19:19:06.706" v="1845" actId="20577"/>
          <ac:spMkLst>
            <pc:docMk/>
            <pc:sldMk cId="1720000433" sldId="2147349231"/>
            <ac:spMk id="3" creationId="{C3C37FAB-7E56-1B00-1B6B-975512279DC0}"/>
          </ac:spMkLst>
        </pc:spChg>
        <pc:spChg chg="del mod">
          <ac:chgData name="Kip Porterfield" userId="24702c8e-68b4-445d-a0c0-6bf8288528a8" providerId="ADAL" clId="{22360F74-E288-40D7-8C0D-29CD787D1984}" dt="2026-03-31T17:29:21.257" v="1003" actId="478"/>
          <ac:spMkLst>
            <pc:docMk/>
            <pc:sldMk cId="1720000433" sldId="2147349231"/>
            <ac:spMk id="4" creationId="{31B25959-248F-908D-1902-7CFBFB68578F}"/>
          </ac:spMkLst>
        </pc:spChg>
        <pc:graphicFrameChg chg="add mod modGraphic">
          <ac:chgData name="Kip Porterfield" userId="24702c8e-68b4-445d-a0c0-6bf8288528a8" providerId="ADAL" clId="{22360F74-E288-40D7-8C0D-29CD787D1984}" dt="2026-03-31T19:18:01.111" v="1820" actId="14734"/>
          <ac:graphicFrameMkLst>
            <pc:docMk/>
            <pc:sldMk cId="1720000433" sldId="2147349231"/>
            <ac:graphicFrameMk id="6" creationId="{2E873C29-F8F4-3301-D4D8-D19BE635661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DB31-6164-4FC7-9C91-31BD0B311A7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1FFE6-569F-4E31-9F8E-BC9AF4105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3F6846-6B76-4D02-A2A6-2617C4794585}"/>
              </a:ext>
            </a:extLst>
          </p:cNvPr>
          <p:cNvSpPr/>
          <p:nvPr userDrawn="1"/>
        </p:nvSpPr>
        <p:spPr>
          <a:xfrm>
            <a:off x="-5899" y="0"/>
            <a:ext cx="12197899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1A83C7B-5EFD-49F4-8795-80552712182A}"/>
              </a:ext>
            </a:extLst>
          </p:cNvPr>
          <p:cNvSpPr/>
          <p:nvPr userDrawn="1"/>
        </p:nvSpPr>
        <p:spPr>
          <a:xfrm>
            <a:off x="-5899" y="-5899"/>
            <a:ext cx="5962897" cy="6870999"/>
          </a:xfrm>
          <a:custGeom>
            <a:avLst/>
            <a:gdLst>
              <a:gd name="connsiteX0" fmla="*/ 0 w 5958348"/>
              <a:gd name="connsiteY0" fmla="*/ 5900 h 6860950"/>
              <a:gd name="connsiteX1" fmla="*/ 0 w 5958348"/>
              <a:gd name="connsiteY1" fmla="*/ 6860950 h 6860950"/>
              <a:gd name="connsiteX2" fmla="*/ 2377440 w 5958348"/>
              <a:gd name="connsiteY2" fmla="*/ 6860950 h 6860950"/>
              <a:gd name="connsiteX3" fmla="*/ 5958348 w 5958348"/>
              <a:gd name="connsiteY3" fmla="*/ 0 h 6860950"/>
              <a:gd name="connsiteX4" fmla="*/ 0 w 5958348"/>
              <a:gd name="connsiteY4" fmla="*/ 5900 h 6860950"/>
              <a:gd name="connsiteX0" fmla="*/ 0 w 5962897"/>
              <a:gd name="connsiteY0" fmla="*/ 0 h 6855050"/>
              <a:gd name="connsiteX1" fmla="*/ 0 w 5962897"/>
              <a:gd name="connsiteY1" fmla="*/ 6855050 h 6855050"/>
              <a:gd name="connsiteX2" fmla="*/ 2377440 w 5962897"/>
              <a:gd name="connsiteY2" fmla="*/ 6855050 h 6855050"/>
              <a:gd name="connsiteX3" fmla="*/ 5962897 w 5962897"/>
              <a:gd name="connsiteY3" fmla="*/ 7748 h 6855050"/>
              <a:gd name="connsiteX4" fmla="*/ 0 w 5962897"/>
              <a:gd name="connsiteY4" fmla="*/ 0 h 6855050"/>
              <a:gd name="connsiteX0" fmla="*/ 0 w 5962897"/>
              <a:gd name="connsiteY0" fmla="*/ 0 h 6855050"/>
              <a:gd name="connsiteX1" fmla="*/ 0 w 5962897"/>
              <a:gd name="connsiteY1" fmla="*/ 6855050 h 6855050"/>
              <a:gd name="connsiteX2" fmla="*/ 2377440 w 5962897"/>
              <a:gd name="connsiteY2" fmla="*/ 6855050 h 6855050"/>
              <a:gd name="connsiteX3" fmla="*/ 5962897 w 5962897"/>
              <a:gd name="connsiteY3" fmla="*/ 3563 h 6855050"/>
              <a:gd name="connsiteX4" fmla="*/ 0 w 5962897"/>
              <a:gd name="connsiteY4" fmla="*/ 0 h 6855050"/>
              <a:gd name="connsiteX0" fmla="*/ 0 w 5962897"/>
              <a:gd name="connsiteY0" fmla="*/ 0 h 6865683"/>
              <a:gd name="connsiteX1" fmla="*/ 0 w 5962897"/>
              <a:gd name="connsiteY1" fmla="*/ 6855050 h 6865683"/>
              <a:gd name="connsiteX2" fmla="*/ 2372124 w 5962897"/>
              <a:gd name="connsiteY2" fmla="*/ 6865683 h 6865683"/>
              <a:gd name="connsiteX3" fmla="*/ 5962897 w 5962897"/>
              <a:gd name="connsiteY3" fmla="*/ 3563 h 6865683"/>
              <a:gd name="connsiteX4" fmla="*/ 0 w 5962897"/>
              <a:gd name="connsiteY4" fmla="*/ 0 h 6865683"/>
              <a:gd name="connsiteX0" fmla="*/ 0 w 5962897"/>
              <a:gd name="connsiteY0" fmla="*/ 0 h 6870999"/>
              <a:gd name="connsiteX1" fmla="*/ 21265 w 5962897"/>
              <a:gd name="connsiteY1" fmla="*/ 6870999 h 6870999"/>
              <a:gd name="connsiteX2" fmla="*/ 2372124 w 5962897"/>
              <a:gd name="connsiteY2" fmla="*/ 6865683 h 6870999"/>
              <a:gd name="connsiteX3" fmla="*/ 5962897 w 5962897"/>
              <a:gd name="connsiteY3" fmla="*/ 3563 h 6870999"/>
              <a:gd name="connsiteX4" fmla="*/ 0 w 5962897"/>
              <a:gd name="connsiteY4" fmla="*/ 0 h 6870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2897" h="6870999">
                <a:moveTo>
                  <a:pt x="0" y="0"/>
                </a:moveTo>
                <a:cubicBezTo>
                  <a:pt x="7088" y="2290333"/>
                  <a:pt x="14177" y="4580666"/>
                  <a:pt x="21265" y="6870999"/>
                </a:cubicBezTo>
                <a:lnTo>
                  <a:pt x="2372124" y="6865683"/>
                </a:lnTo>
                <a:lnTo>
                  <a:pt x="5962897" y="356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73541"/>
              </a:gs>
              <a:gs pos="57000">
                <a:srgbClr val="658199">
                  <a:shade val="67500"/>
                  <a:satMod val="115000"/>
                </a:srgbClr>
              </a:gs>
              <a:gs pos="100000">
                <a:srgbClr val="7B95AD"/>
              </a:gs>
            </a:gsLst>
            <a:lin ang="18000000" scaled="0"/>
            <a:tileRect/>
          </a:gradFill>
          <a:ln>
            <a:noFill/>
          </a:ln>
          <a:effectLst>
            <a:outerShdw blurRad="266700" dist="127000" sx="105000" sy="105000" algn="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FC07D-8850-7F47-9A43-8CA5A62ECE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2125" y="2651712"/>
            <a:ext cx="8667750" cy="712722"/>
          </a:xfrm>
        </p:spPr>
        <p:txBody>
          <a:bodyPr anchor="t">
            <a:normAutofit/>
          </a:bodyPr>
          <a:lstStyle>
            <a:lvl1pPr marL="0" indent="0" algn="ctr">
              <a:buNone/>
              <a:defRPr sz="4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Title: Calibri Bold Pt. 48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CABA7-A6BE-E140-B1D6-70DF70B517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8321" y="5296355"/>
            <a:ext cx="4955359" cy="33913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 / Date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AC7E82-8401-F242-BC49-02A379CC42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7" y="3419212"/>
            <a:ext cx="7976427" cy="43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 HEADER: CALIBRI BOLD PT. 20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DED60A4-E5B4-4B85-9B9B-065597FE21D4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71D2E-9BA9-423D-BEB1-D9E6EB3D6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0973" y="1127050"/>
            <a:ext cx="4270055" cy="8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76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Blue) with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6F0F3D-4698-4076-AF38-4DA144B427E8}"/>
              </a:ext>
            </a:extLst>
          </p:cNvPr>
          <p:cNvSpPr/>
          <p:nvPr userDrawn="1"/>
        </p:nvSpPr>
        <p:spPr>
          <a:xfrm>
            <a:off x="-5899" y="0"/>
            <a:ext cx="12197899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5" y="1697599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4" y="1993795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2838218"/>
            <a:ext cx="9633586" cy="28017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Aenean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553C0AA-8CDD-5D40-8D88-093F84A07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3DA9BC6-4E85-4FBC-B2B2-ADC83D7C2EFB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30ACF0-FB53-4F09-BC4F-A6B84A8854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5469" y="508073"/>
            <a:ext cx="3781064" cy="70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5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8A2ACE-6C1C-4BE1-BCA7-326521D705A8}"/>
              </a:ext>
            </a:extLst>
          </p:cNvPr>
          <p:cNvSpPr/>
          <p:nvPr userDrawn="1"/>
        </p:nvSpPr>
        <p:spPr>
          <a:xfrm>
            <a:off x="-5899" y="0"/>
            <a:ext cx="12197899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5" y="2204564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4" y="2500760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3568147"/>
            <a:ext cx="9633586" cy="165083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Aenean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553C0AA-8CDD-5D40-8D88-093F84A07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9594" y="618893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3DA9BC6-4E85-4FBC-B2B2-ADC83D7C2EFB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AF6E2-1F5B-4963-931A-B2294808B0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17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FC07D-8850-7F47-9A43-8CA5A62ECE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2125" y="2651712"/>
            <a:ext cx="8667750" cy="712722"/>
          </a:xfrm>
        </p:spPr>
        <p:txBody>
          <a:bodyPr anchor="t">
            <a:normAutofit/>
          </a:bodyPr>
          <a:lstStyle>
            <a:lvl1pPr marL="0" indent="0" algn="ctr">
              <a:buNone/>
              <a:defRPr sz="4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Title: Calibri Bold Pt. 48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CABA7-A6BE-E140-B1D6-70DF70B517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8321" y="5296355"/>
            <a:ext cx="4955359" cy="33913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 / Date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AC7E82-8401-F242-BC49-02A379CC42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7" y="3419212"/>
            <a:ext cx="7976427" cy="43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 HEADER: CALIBRI BOLD PT. 20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DED60A4-E5B4-4B85-9B9B-065597FE21D4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71D2E-9BA9-423D-BEB1-D9E6EB3D67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0973" y="1127050"/>
            <a:ext cx="4270055" cy="8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8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lue) with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5" y="1697599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4" y="1993795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2838218"/>
            <a:ext cx="9633586" cy="28017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Aenean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553C0AA-8CDD-5D40-8D88-093F84A07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3DA9BC6-4E85-4FBC-B2B2-ADC83D7C2EFB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30ACF0-FB53-4F09-BC4F-A6B84A8854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05469" y="508073"/>
            <a:ext cx="3781064" cy="70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8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5" y="2204564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4" y="2500760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3568147"/>
            <a:ext cx="9633586" cy="165083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Aenean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553C0AA-8CDD-5D40-8D88-093F84A07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9594" y="618893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3DA9BC6-4E85-4FBC-B2B2-ADC83D7C2EFB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AF6E2-1F5B-4963-931A-B2294808B0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1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62125" y="2204564"/>
            <a:ext cx="8667750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5" y="2507740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3568147"/>
            <a:ext cx="9633586" cy="165083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Aenean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0B6167A-30CB-794D-99C7-46DC74774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121532B-3D26-4E20-AB93-D623FDBFBBBA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32AE1C-CCB6-4709-B6B4-1E8A96D8A9B4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ED338F-15E8-481E-A6A6-D2D605904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5469" y="508580"/>
            <a:ext cx="3781064" cy="70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27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C99623-3BDA-41CD-8617-A006E25C4A12}"/>
              </a:ext>
            </a:extLst>
          </p:cNvPr>
          <p:cNvSpPr/>
          <p:nvPr userDrawn="1"/>
        </p:nvSpPr>
        <p:spPr>
          <a:xfrm>
            <a:off x="-5899" y="-5899"/>
            <a:ext cx="8118029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83C5C8E-F4EC-4BD6-8BE4-A8EBCB9711A2}"/>
              </a:ext>
            </a:extLst>
          </p:cNvPr>
          <p:cNvSpPr/>
          <p:nvPr userDrawn="1"/>
        </p:nvSpPr>
        <p:spPr>
          <a:xfrm>
            <a:off x="-5899" y="-5899"/>
            <a:ext cx="5962897" cy="6870999"/>
          </a:xfrm>
          <a:custGeom>
            <a:avLst/>
            <a:gdLst>
              <a:gd name="connsiteX0" fmla="*/ 0 w 5958348"/>
              <a:gd name="connsiteY0" fmla="*/ 5900 h 6860950"/>
              <a:gd name="connsiteX1" fmla="*/ 0 w 5958348"/>
              <a:gd name="connsiteY1" fmla="*/ 6860950 h 6860950"/>
              <a:gd name="connsiteX2" fmla="*/ 2377440 w 5958348"/>
              <a:gd name="connsiteY2" fmla="*/ 6860950 h 6860950"/>
              <a:gd name="connsiteX3" fmla="*/ 5958348 w 5958348"/>
              <a:gd name="connsiteY3" fmla="*/ 0 h 6860950"/>
              <a:gd name="connsiteX4" fmla="*/ 0 w 5958348"/>
              <a:gd name="connsiteY4" fmla="*/ 5900 h 6860950"/>
              <a:gd name="connsiteX0" fmla="*/ 0 w 5962897"/>
              <a:gd name="connsiteY0" fmla="*/ 0 h 6855050"/>
              <a:gd name="connsiteX1" fmla="*/ 0 w 5962897"/>
              <a:gd name="connsiteY1" fmla="*/ 6855050 h 6855050"/>
              <a:gd name="connsiteX2" fmla="*/ 2377440 w 5962897"/>
              <a:gd name="connsiteY2" fmla="*/ 6855050 h 6855050"/>
              <a:gd name="connsiteX3" fmla="*/ 5962897 w 5962897"/>
              <a:gd name="connsiteY3" fmla="*/ 7748 h 6855050"/>
              <a:gd name="connsiteX4" fmla="*/ 0 w 5962897"/>
              <a:gd name="connsiteY4" fmla="*/ 0 h 6855050"/>
              <a:gd name="connsiteX0" fmla="*/ 0 w 5962897"/>
              <a:gd name="connsiteY0" fmla="*/ 0 h 6855050"/>
              <a:gd name="connsiteX1" fmla="*/ 0 w 5962897"/>
              <a:gd name="connsiteY1" fmla="*/ 6855050 h 6855050"/>
              <a:gd name="connsiteX2" fmla="*/ 2377440 w 5962897"/>
              <a:gd name="connsiteY2" fmla="*/ 6855050 h 6855050"/>
              <a:gd name="connsiteX3" fmla="*/ 5962897 w 5962897"/>
              <a:gd name="connsiteY3" fmla="*/ 3563 h 6855050"/>
              <a:gd name="connsiteX4" fmla="*/ 0 w 5962897"/>
              <a:gd name="connsiteY4" fmla="*/ 0 h 6855050"/>
              <a:gd name="connsiteX0" fmla="*/ 0 w 5962897"/>
              <a:gd name="connsiteY0" fmla="*/ 0 h 6865683"/>
              <a:gd name="connsiteX1" fmla="*/ 0 w 5962897"/>
              <a:gd name="connsiteY1" fmla="*/ 6855050 h 6865683"/>
              <a:gd name="connsiteX2" fmla="*/ 2372124 w 5962897"/>
              <a:gd name="connsiteY2" fmla="*/ 6865683 h 6865683"/>
              <a:gd name="connsiteX3" fmla="*/ 5962897 w 5962897"/>
              <a:gd name="connsiteY3" fmla="*/ 3563 h 6865683"/>
              <a:gd name="connsiteX4" fmla="*/ 0 w 5962897"/>
              <a:gd name="connsiteY4" fmla="*/ 0 h 6865683"/>
              <a:gd name="connsiteX0" fmla="*/ 0 w 5962897"/>
              <a:gd name="connsiteY0" fmla="*/ 0 h 6870999"/>
              <a:gd name="connsiteX1" fmla="*/ 21265 w 5962897"/>
              <a:gd name="connsiteY1" fmla="*/ 6870999 h 6870999"/>
              <a:gd name="connsiteX2" fmla="*/ 2372124 w 5962897"/>
              <a:gd name="connsiteY2" fmla="*/ 6865683 h 6870999"/>
              <a:gd name="connsiteX3" fmla="*/ 5962897 w 5962897"/>
              <a:gd name="connsiteY3" fmla="*/ 3563 h 6870999"/>
              <a:gd name="connsiteX4" fmla="*/ 0 w 5962897"/>
              <a:gd name="connsiteY4" fmla="*/ 0 h 6870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2897" h="6870999">
                <a:moveTo>
                  <a:pt x="0" y="0"/>
                </a:moveTo>
                <a:cubicBezTo>
                  <a:pt x="7088" y="2290333"/>
                  <a:pt x="14177" y="4580666"/>
                  <a:pt x="21265" y="6870999"/>
                </a:cubicBezTo>
                <a:lnTo>
                  <a:pt x="2372124" y="6865683"/>
                </a:lnTo>
                <a:lnTo>
                  <a:pt x="5962897" y="356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73541"/>
              </a:gs>
              <a:gs pos="57000">
                <a:srgbClr val="658199">
                  <a:shade val="67500"/>
                  <a:satMod val="115000"/>
                </a:srgbClr>
              </a:gs>
              <a:gs pos="100000">
                <a:srgbClr val="7B95AD"/>
              </a:gs>
            </a:gsLst>
            <a:lin ang="18000000" scaled="0"/>
            <a:tileRect/>
          </a:gradFill>
          <a:ln>
            <a:noFill/>
          </a:ln>
          <a:effectLst>
            <a:outerShdw blurRad="266700" dist="127000" sx="105000" sy="105000" algn="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2D5B38-8A0A-9344-8B13-61E7D77D41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55951" y="3078620"/>
            <a:ext cx="2146300" cy="1323439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300" b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One</a:t>
            </a:r>
          </a:p>
          <a:p>
            <a:pPr lvl="0"/>
            <a:r>
              <a:rPr lang="en-US"/>
              <a:t>Section Two</a:t>
            </a:r>
          </a:p>
          <a:p>
            <a:pPr lvl="0"/>
            <a:r>
              <a:rPr lang="en-US"/>
              <a:t>Section Three</a:t>
            </a:r>
          </a:p>
          <a:p>
            <a:pPr lvl="0"/>
            <a:r>
              <a:rPr lang="en-US"/>
              <a:t>Section Four</a:t>
            </a:r>
          </a:p>
          <a:p>
            <a:pPr lvl="0"/>
            <a:r>
              <a:rPr lang="en-US"/>
              <a:t>Section Five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02215C-B03E-CB4B-A532-D86DDC534C9F}"/>
              </a:ext>
            </a:extLst>
          </p:cNvPr>
          <p:cNvCxnSpPr>
            <a:cxnSpLocks/>
          </p:cNvCxnSpPr>
          <p:nvPr/>
        </p:nvCxnSpPr>
        <p:spPr>
          <a:xfrm>
            <a:off x="9151060" y="2925019"/>
            <a:ext cx="94109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F26E5-BAA2-E24E-8716-C253F1747E3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055951" y="2265636"/>
            <a:ext cx="2114550" cy="553998"/>
          </a:xfrm>
        </p:spPr>
        <p:txBody>
          <a:bodyPr>
            <a:noAutofit/>
          </a:bodyPr>
          <a:lstStyle>
            <a:lvl1pPr marL="0" indent="0">
              <a:buNone/>
              <a:defRPr sz="3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Contents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FAF24B2-9178-411B-938D-2F243C864389}"/>
              </a:ext>
            </a:extLst>
          </p:cNvPr>
          <p:cNvSpPr txBox="1">
            <a:spLocks/>
          </p:cNvSpPr>
          <p:nvPr userDrawn="1"/>
        </p:nvSpPr>
        <p:spPr>
          <a:xfrm>
            <a:off x="0" y="6505243"/>
            <a:ext cx="8118029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5C8B3A-F7F5-46CB-80B7-F0ECE539D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25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2D5B38-8A0A-9344-8B13-61E7D77D41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55951" y="3078620"/>
            <a:ext cx="2146300" cy="1323439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300" b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One</a:t>
            </a:r>
          </a:p>
          <a:p>
            <a:pPr lvl="0"/>
            <a:r>
              <a:rPr lang="en-US"/>
              <a:t>Section Two</a:t>
            </a:r>
          </a:p>
          <a:p>
            <a:pPr lvl="0"/>
            <a:r>
              <a:rPr lang="en-US"/>
              <a:t>Section Three</a:t>
            </a:r>
          </a:p>
          <a:p>
            <a:pPr lvl="0"/>
            <a:r>
              <a:rPr lang="en-US"/>
              <a:t>Section Four</a:t>
            </a:r>
          </a:p>
          <a:p>
            <a:pPr lvl="0"/>
            <a:r>
              <a:rPr lang="en-US"/>
              <a:t>Section Five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02215C-B03E-CB4B-A532-D86DDC534C9F}"/>
              </a:ext>
            </a:extLst>
          </p:cNvPr>
          <p:cNvCxnSpPr>
            <a:cxnSpLocks/>
          </p:cNvCxnSpPr>
          <p:nvPr/>
        </p:nvCxnSpPr>
        <p:spPr>
          <a:xfrm>
            <a:off x="9151060" y="2925019"/>
            <a:ext cx="94109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F26E5-BAA2-E24E-8716-C253F1747E3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055951" y="2265636"/>
            <a:ext cx="2114550" cy="553998"/>
          </a:xfrm>
        </p:spPr>
        <p:txBody>
          <a:bodyPr>
            <a:noAutofit/>
          </a:bodyPr>
          <a:lstStyle>
            <a:lvl1pPr marL="0" indent="0">
              <a:buNone/>
              <a:defRPr sz="3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Contents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FAF24B2-9178-411B-938D-2F243C864389}"/>
              </a:ext>
            </a:extLst>
          </p:cNvPr>
          <p:cNvSpPr txBox="1">
            <a:spLocks/>
          </p:cNvSpPr>
          <p:nvPr userDrawn="1"/>
        </p:nvSpPr>
        <p:spPr>
          <a:xfrm>
            <a:off x="0" y="6505243"/>
            <a:ext cx="8118029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5C8B3A-F7F5-46CB-80B7-F0ECE539D1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3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233BDF-F983-804D-BA5C-6B0C8F5239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5EC7F43-5D3B-B346-9BD3-C3224378E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587" y="2255674"/>
            <a:ext cx="6308655" cy="3568655"/>
          </a:xfrm>
        </p:spPr>
        <p:txBody>
          <a:bodyPr>
            <a:noAutofit/>
          </a:bodyPr>
          <a:lstStyle>
            <a:lvl1pPr marL="285750" indent="-285750">
              <a:spcBef>
                <a:spcPts val="6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  <a:defRPr sz="2000" b="1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Tx/>
              <a:buFont typeface="Courier New" panose="02070309020205020404" pitchFamily="49" charset="0"/>
              <a:buChar char="o"/>
              <a:tabLst/>
              <a:defRPr sz="16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Update One</a:t>
            </a:r>
          </a:p>
          <a:p>
            <a:pPr lvl="1"/>
            <a:r>
              <a:rPr lang="en-US"/>
              <a:t>Line Item One</a:t>
            </a:r>
          </a:p>
          <a:p>
            <a:pPr lvl="0"/>
            <a:r>
              <a:rPr lang="en-US"/>
              <a:t>Update Two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Three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Four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Five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19002DB-1C78-4DE6-9822-362A60D9D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E78BAA4-D1AA-4992-9DFB-DEADD77501D2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09CA96-3994-4ECB-BC70-EA818B1DC6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B2B9E4F-DA8A-4C21-A5D4-F686D75EE548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49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032" y="239167"/>
            <a:ext cx="10618043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5EC7F43-5D3B-B346-9BD3-C3224378E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1" y="1138687"/>
            <a:ext cx="10618043" cy="5055079"/>
          </a:xfrm>
        </p:spPr>
        <p:txBody>
          <a:bodyPr>
            <a:noAutofit/>
          </a:bodyPr>
          <a:lstStyle>
            <a:lvl1pPr marL="285750" indent="-285750">
              <a:spcBef>
                <a:spcPts val="6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  <a:defRPr sz="2000" b="1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Tx/>
              <a:buFont typeface="Courier New" panose="02070309020205020404" pitchFamily="49" charset="0"/>
              <a:buChar char="o"/>
              <a:tabLst/>
              <a:defRPr sz="16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Update One</a:t>
            </a:r>
          </a:p>
          <a:p>
            <a:pPr lvl="1"/>
            <a:r>
              <a:rPr lang="en-US"/>
              <a:t>Line Item One</a:t>
            </a:r>
          </a:p>
          <a:p>
            <a:pPr lvl="0"/>
            <a:r>
              <a:rPr lang="en-US"/>
              <a:t>Update Two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Three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Four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Five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05DFE-2781-4EFD-BB5D-42BD232D0D11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5A083C-7595-4921-85E5-FDCAE13903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33E181-F985-447D-AF82-0F18C7EC979E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59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D9040A5-F8C8-904D-BE26-7E4A946C1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3" y="1836460"/>
            <a:ext cx="5344116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0C7A62D-6F06-A249-99FC-18D7044E96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146616"/>
            <a:ext cx="5373933" cy="1089529"/>
          </a:xfrm>
        </p:spPr>
        <p:txBody>
          <a:bodyPr anchor="t">
            <a:sp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BED4FDA-3ED2-F141-BBEE-8359F0C28A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546062"/>
            <a:ext cx="53441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8E0EA-19A6-5840-83D6-654068986A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0228" y="1227931"/>
            <a:ext cx="5099050" cy="44021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7727D93-3711-3448-849B-0AE2F18F0A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5246" y="4371477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732DCBC2-922A-4744-80AB-7206CB85A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11BDB47-1C60-5A40-A98F-EE2FAB8247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C460B5D-2787-46C3-B268-1C982C2157F8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AAF4A5-CF1F-4B78-AC9E-B3F566541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25ECB2A-4548-44F1-81E4-9798562D0B1D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03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Image &amp;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45FBB-AB1F-B842-B974-8CF7A71D6E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5325" y="1901361"/>
            <a:ext cx="5465763" cy="3836987"/>
          </a:xfrm>
        </p:spPr>
        <p:txBody>
          <a:bodyPr/>
          <a:lstStyle>
            <a:lvl1pPr marL="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5318B82-B2AC-7F43-8E9A-0CF45ECF76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1924487-8B14-A043-BFD4-7DF79FCA2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1CF6990-7A97-6344-9860-0B15ED257C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2099967"/>
            <a:ext cx="41873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39CB65-8027-B343-A337-2787C6BB0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3699" y="4349185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984977-9105-314E-9FB6-2F92C38580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9587" y="3979398"/>
            <a:ext cx="4187315" cy="1530350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Courier New" panose="02070309020205020404" pitchFamily="49" charset="0"/>
              <a:buChar char="o"/>
              <a:tabLst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48AF072A-B8EF-8E4B-8B37-C0B829199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1C5D0AA-7A87-154D-86B1-B491B699F7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9BB1CA6-1BF9-4A79-8A4B-C04E3C8D2126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EB23EF-8D35-4526-93E1-BB5C189BA0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2BFDA55-AB0D-4837-922A-81EF3A8806FB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70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lumn Image (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BD14DD9-4D2E-4EAF-9BC4-6EBD75515944}"/>
              </a:ext>
            </a:extLst>
          </p:cNvPr>
          <p:cNvSpPr/>
          <p:nvPr userDrawn="1"/>
        </p:nvSpPr>
        <p:spPr>
          <a:xfrm>
            <a:off x="-5899" y="0"/>
            <a:ext cx="12197899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5D0D48-98EB-4F97-9677-74728FB0CD21}"/>
              </a:ext>
            </a:extLst>
          </p:cNvPr>
          <p:cNvSpPr/>
          <p:nvPr userDrawn="1"/>
        </p:nvSpPr>
        <p:spPr>
          <a:xfrm>
            <a:off x="-5899" y="-5899"/>
            <a:ext cx="5962897" cy="6870999"/>
          </a:xfrm>
          <a:custGeom>
            <a:avLst/>
            <a:gdLst>
              <a:gd name="connsiteX0" fmla="*/ 0 w 5958348"/>
              <a:gd name="connsiteY0" fmla="*/ 5900 h 6860950"/>
              <a:gd name="connsiteX1" fmla="*/ 0 w 5958348"/>
              <a:gd name="connsiteY1" fmla="*/ 6860950 h 6860950"/>
              <a:gd name="connsiteX2" fmla="*/ 2377440 w 5958348"/>
              <a:gd name="connsiteY2" fmla="*/ 6860950 h 6860950"/>
              <a:gd name="connsiteX3" fmla="*/ 5958348 w 5958348"/>
              <a:gd name="connsiteY3" fmla="*/ 0 h 6860950"/>
              <a:gd name="connsiteX4" fmla="*/ 0 w 5958348"/>
              <a:gd name="connsiteY4" fmla="*/ 5900 h 6860950"/>
              <a:gd name="connsiteX0" fmla="*/ 0 w 5962897"/>
              <a:gd name="connsiteY0" fmla="*/ 0 h 6855050"/>
              <a:gd name="connsiteX1" fmla="*/ 0 w 5962897"/>
              <a:gd name="connsiteY1" fmla="*/ 6855050 h 6855050"/>
              <a:gd name="connsiteX2" fmla="*/ 2377440 w 5962897"/>
              <a:gd name="connsiteY2" fmla="*/ 6855050 h 6855050"/>
              <a:gd name="connsiteX3" fmla="*/ 5962897 w 5962897"/>
              <a:gd name="connsiteY3" fmla="*/ 7748 h 6855050"/>
              <a:gd name="connsiteX4" fmla="*/ 0 w 5962897"/>
              <a:gd name="connsiteY4" fmla="*/ 0 h 6855050"/>
              <a:gd name="connsiteX0" fmla="*/ 0 w 5962897"/>
              <a:gd name="connsiteY0" fmla="*/ 0 h 6855050"/>
              <a:gd name="connsiteX1" fmla="*/ 0 w 5962897"/>
              <a:gd name="connsiteY1" fmla="*/ 6855050 h 6855050"/>
              <a:gd name="connsiteX2" fmla="*/ 2377440 w 5962897"/>
              <a:gd name="connsiteY2" fmla="*/ 6855050 h 6855050"/>
              <a:gd name="connsiteX3" fmla="*/ 5962897 w 5962897"/>
              <a:gd name="connsiteY3" fmla="*/ 3563 h 6855050"/>
              <a:gd name="connsiteX4" fmla="*/ 0 w 5962897"/>
              <a:gd name="connsiteY4" fmla="*/ 0 h 6855050"/>
              <a:gd name="connsiteX0" fmla="*/ 0 w 5962897"/>
              <a:gd name="connsiteY0" fmla="*/ 0 h 6865683"/>
              <a:gd name="connsiteX1" fmla="*/ 0 w 5962897"/>
              <a:gd name="connsiteY1" fmla="*/ 6855050 h 6865683"/>
              <a:gd name="connsiteX2" fmla="*/ 2372124 w 5962897"/>
              <a:gd name="connsiteY2" fmla="*/ 6865683 h 6865683"/>
              <a:gd name="connsiteX3" fmla="*/ 5962897 w 5962897"/>
              <a:gd name="connsiteY3" fmla="*/ 3563 h 6865683"/>
              <a:gd name="connsiteX4" fmla="*/ 0 w 5962897"/>
              <a:gd name="connsiteY4" fmla="*/ 0 h 6865683"/>
              <a:gd name="connsiteX0" fmla="*/ 0 w 5962897"/>
              <a:gd name="connsiteY0" fmla="*/ 0 h 6870999"/>
              <a:gd name="connsiteX1" fmla="*/ 21265 w 5962897"/>
              <a:gd name="connsiteY1" fmla="*/ 6870999 h 6870999"/>
              <a:gd name="connsiteX2" fmla="*/ 2372124 w 5962897"/>
              <a:gd name="connsiteY2" fmla="*/ 6865683 h 6870999"/>
              <a:gd name="connsiteX3" fmla="*/ 5962897 w 5962897"/>
              <a:gd name="connsiteY3" fmla="*/ 3563 h 6870999"/>
              <a:gd name="connsiteX4" fmla="*/ 0 w 5962897"/>
              <a:gd name="connsiteY4" fmla="*/ 0 h 6870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2897" h="6870999">
                <a:moveTo>
                  <a:pt x="0" y="0"/>
                </a:moveTo>
                <a:cubicBezTo>
                  <a:pt x="7088" y="2290333"/>
                  <a:pt x="14177" y="4580666"/>
                  <a:pt x="21265" y="6870999"/>
                </a:cubicBezTo>
                <a:lnTo>
                  <a:pt x="2372124" y="6865683"/>
                </a:lnTo>
                <a:lnTo>
                  <a:pt x="5962897" y="356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73541"/>
              </a:gs>
              <a:gs pos="57000">
                <a:srgbClr val="658199">
                  <a:shade val="67500"/>
                  <a:satMod val="115000"/>
                </a:srgbClr>
              </a:gs>
              <a:gs pos="100000">
                <a:srgbClr val="7B95AD"/>
              </a:gs>
            </a:gsLst>
            <a:lin ang="18000000" scaled="0"/>
            <a:tileRect/>
          </a:gradFill>
          <a:ln>
            <a:noFill/>
          </a:ln>
          <a:effectLst>
            <a:outerShdw blurRad="266700" dist="127000" sx="105000" sy="105000" algn="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0A6ADEF-326D-5A4E-A408-FB196ECF4B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0228" y="1227931"/>
            <a:ext cx="5099050" cy="44021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08715D0-6024-EA4D-B2B6-117C17196C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3" y="1836460"/>
            <a:ext cx="5344116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8CC860B-0AF6-A04F-96EE-18824D888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146616"/>
            <a:ext cx="5373933" cy="1089529"/>
          </a:xfrm>
        </p:spPr>
        <p:txBody>
          <a:bodyPr anchor="t">
            <a:sp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F2D631-23A1-A948-B1CF-2376639675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546062"/>
            <a:ext cx="53441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FB0613-7BA0-4944-84DB-0D60D9EFB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5246" y="4371477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3DAC6C40-0B23-304F-A700-5E57840CA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C8AC75-0FF2-3D4E-BD94-D649B54295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30329AA-95EC-45EF-B7A0-F7D8F183E09F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99642F-81A0-469F-B578-7BBBE5F694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8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Image &amp;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45FBB-AB1F-B842-B974-8CF7A71D6E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5325" y="1901361"/>
            <a:ext cx="5465763" cy="3836987"/>
          </a:xfrm>
        </p:spPr>
        <p:txBody>
          <a:bodyPr/>
          <a:lstStyle>
            <a:lvl1pPr marL="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5318B82-B2AC-7F43-8E9A-0CF45ECF76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1924487-8B14-A043-BFD4-7DF79FCA2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1CF6990-7A97-6344-9860-0B15ED257C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2099967"/>
            <a:ext cx="41873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39CB65-8027-B343-A337-2787C6BB0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3699" y="4349185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984977-9105-314E-9FB6-2F92C38580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9587" y="3979398"/>
            <a:ext cx="4187315" cy="1530350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Courier New" panose="02070309020205020404" pitchFamily="49" charset="0"/>
              <a:buChar char="o"/>
              <a:tabLst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48AF072A-B8EF-8E4B-8B37-C0B829199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1C5D0AA-7A87-154D-86B1-B491B699F7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EB23EF-8D35-4526-93E1-BB5C189BA0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2BFDA55-AB0D-4837-922A-81EF3A8806FB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28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Imag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0A6ADEF-326D-5A4E-A408-FB196ECF4B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0228" y="1227931"/>
            <a:ext cx="5099050" cy="44021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08715D0-6024-EA4D-B2B6-117C17196C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3" y="1836460"/>
            <a:ext cx="5344116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8CC860B-0AF6-A04F-96EE-18824D888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146616"/>
            <a:ext cx="5373933" cy="1089529"/>
          </a:xfrm>
        </p:spPr>
        <p:txBody>
          <a:bodyPr anchor="t">
            <a:sp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F2D631-23A1-A948-B1CF-2376639675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546062"/>
            <a:ext cx="53441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FB0613-7BA0-4944-84DB-0D60D9EFB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5246" y="4371477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3DAC6C40-0B23-304F-A700-5E57840CA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C8AC75-0FF2-3D4E-BD94-D649B54295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30329AA-95EC-45EF-B7A0-F7D8F183E09F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99642F-81A0-469F-B578-7BBBE5F694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99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494351F-77FD-7348-8E99-FB18C8679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2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72D823F-70C3-764E-B2F1-FD1D7C8BCA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7F49-EFE9-784C-AA7D-D5285402C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2810998"/>
            <a:ext cx="4565551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5039630-5E7F-194C-81CC-CB30FBB2A7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810998"/>
            <a:ext cx="4565551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A18D437-1A41-7143-907B-C285EBC40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031" y="2356609"/>
            <a:ext cx="4565551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6A4924A-3153-1141-9B86-DE5DBCC8DA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9" y="2351018"/>
            <a:ext cx="4565551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2FA222E4-A1AB-9E41-A1E6-D439F3A3D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1366BAF8-22E7-8543-8FE1-DD19FF69D2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192344B-EAF9-41C6-B362-8A2A3D05698B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95A77E-CF48-44EA-9613-0A635B7CFC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203D1F2-FA87-4E61-BCEA-C676208F9AB9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3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108B5A6-C4D0-2546-B9EC-FC2EBAA0C5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FF76BB0-CAA3-C145-AD2A-47EAAB9745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D727EAE-5051-E04A-A851-616A704F38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2960083"/>
            <a:ext cx="3240335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A1741CF-73CA-4E4A-AA55-8D81390D61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031" y="2505694"/>
            <a:ext cx="3240335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2D8752E-8884-A641-AF58-B6E18ED5E7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5832" y="2960083"/>
            <a:ext cx="3240335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2D6A89A-ADD1-D64A-90A6-39E67C6D48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5831" y="2505694"/>
            <a:ext cx="3240335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159F0-C00F-5248-B848-B6B199EB15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41633" y="2960083"/>
            <a:ext cx="3240335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6ECFA93-BFC5-6940-92A1-9F7FA252E1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632" y="2505694"/>
            <a:ext cx="3240335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1579A4E2-102F-7A42-BD1C-CC0E22E97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96E78B8-F8AA-8B4D-A42B-E1B2581D06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4E69CF4-2D5D-4541-8BB0-4C381130CD92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485C86-44A2-4AB9-A82F-5592EA2D0E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4BF43F2-F33F-4548-B649-8FA5A31B7167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99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Images &amp;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30F871D-F8E8-084E-9CB8-46BA61E3C94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5511" y="2442625"/>
            <a:ext cx="3627437" cy="24161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FCF9D0-B580-7F45-9A58-D2160DF359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71963" y="2442625"/>
            <a:ext cx="3627437" cy="24161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9D634A-563A-374A-A863-F822C3A19F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8FBD5E5-28B7-FB49-82B1-C86463DF81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43496B1-759A-C147-A2CE-3B1DC191C1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1999513"/>
            <a:ext cx="3336411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9FB0C5B-3B32-6140-B46E-97A5CF0E01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1174" y="4291226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A8D2E32-10C3-F74A-ADE4-58678C366A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4722" y="4291226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2851626-E6D7-C443-8533-625EC76915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588" y="4163629"/>
            <a:ext cx="3336411" cy="1530350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C63501B7-1514-2149-8810-5F8556AE8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A54C582-DBC0-4340-A74D-F145538DE1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5A87780-0EA0-4BA6-BFC6-5E20FBFED90A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6DC782-E74D-4E1A-936D-3105243499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AC6225B-8789-4298-AC2F-1FB1E0B5F289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837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1C45C8D-3AD0-C24B-81F5-8A7932D99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77782" y="4812110"/>
            <a:ext cx="3014218" cy="204589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F51318E3-AE24-E64E-9665-919A971B72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77782" y="2283459"/>
            <a:ext cx="3014218" cy="240986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51D5EBAF-8BE0-5F46-A53D-1BD9C6F13EE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42346" y="0"/>
            <a:ext cx="3049654" cy="21646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0052DB0-208D-6C4C-B120-32BDFC5741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05413" y="0"/>
            <a:ext cx="3836987" cy="25352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C3D0A-2A02-E140-834B-01F3046C0C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05413" y="2636838"/>
            <a:ext cx="3836987" cy="4221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233BDF-F983-804D-BA5C-6B0C8F5239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3" y="1899271"/>
            <a:ext cx="4330324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218706"/>
            <a:ext cx="4360142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9F45269-16CC-914B-9D31-1CAD9B588B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429000"/>
            <a:ext cx="433032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DFFFA1F-D3A1-7943-8A1C-BD9CE0605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7893" y="3270250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IMAGES OR GRAPHICS]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9428AE33-D4F3-074F-8B50-7DC48E9D3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B6080A9-7A1C-0C4D-BB8E-ABAB037D78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5A489F5-3FD4-4BE3-A556-2A87943D151F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01C886-402A-4D10-9BF3-3954396C55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1DC2BF1-1B52-4E81-8D98-41E62AC7C456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34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233BDF-F983-804D-BA5C-6B0C8F5239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E05FC40-FBBD-3F41-AC51-13A2BB7F0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6D7C86-A3DA-3D40-82AE-42EFB13783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DF3AFD-A9AB-4FF7-BC73-2CA44D54C5DB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555336-D26A-4C49-A99E-891C7C8F05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A44480D-0CFB-4141-A34C-3642885C0BF5}"/>
              </a:ext>
            </a:extLst>
          </p:cNvPr>
          <p:cNvSpPr/>
          <p:nvPr userDrawn="1"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22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Grey Spa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835136"/>
            <a:ext cx="5855599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A9FAD8-A735-9343-A527-11415151B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93AD28C-2806-C640-BFBC-975C6EA5EB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5606371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64F056D-6D63-46C9-A66A-D9FE41B0BE41}"/>
              </a:ext>
            </a:extLst>
          </p:cNvPr>
          <p:cNvSpPr txBox="1">
            <a:spLocks/>
          </p:cNvSpPr>
          <p:nvPr userDrawn="1"/>
        </p:nvSpPr>
        <p:spPr>
          <a:xfrm>
            <a:off x="1450245" y="6505243"/>
            <a:ext cx="5606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80A7B6C-5B43-4F7C-ACEE-8D9270F70D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614205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Calibri BOLD PT.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347A28-BB72-4BE6-81C8-68D27E3A97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567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Blue Spac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06231E-A060-49BF-B11E-536A33B2E571}"/>
              </a:ext>
            </a:extLst>
          </p:cNvPr>
          <p:cNvSpPr/>
          <p:nvPr userDrawn="1"/>
        </p:nvSpPr>
        <p:spPr>
          <a:xfrm>
            <a:off x="0" y="0"/>
            <a:ext cx="722445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835136"/>
            <a:ext cx="5855599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7F4773B-613D-7541-9BAD-BE430E542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8B93D8D-BF74-1D4D-8B45-71FBCBC4E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5606371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25E22D6-0FE5-4C55-8051-103710511C14}"/>
              </a:ext>
            </a:extLst>
          </p:cNvPr>
          <p:cNvSpPr txBox="1">
            <a:spLocks/>
          </p:cNvSpPr>
          <p:nvPr userDrawn="1"/>
        </p:nvSpPr>
        <p:spPr>
          <a:xfrm>
            <a:off x="1450245" y="6505243"/>
            <a:ext cx="5606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5DDD3F-695E-4D8D-9E76-823823555B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614205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93B327-6C52-45CC-8CE3-AC5161F36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FF3C3E-2BF7-46BB-9590-863C7CA74427}"/>
              </a:ext>
            </a:extLst>
          </p:cNvPr>
          <p:cNvSpPr/>
          <p:nvPr userDrawn="1"/>
        </p:nvSpPr>
        <p:spPr>
          <a:xfrm>
            <a:off x="7224458" y="0"/>
            <a:ext cx="4967542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91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(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2C0332-1B02-4765-A94A-A7F22791AC78}"/>
              </a:ext>
            </a:extLst>
          </p:cNvPr>
          <p:cNvSpPr/>
          <p:nvPr userDrawn="1"/>
        </p:nvSpPr>
        <p:spPr>
          <a:xfrm>
            <a:off x="-5899" y="0"/>
            <a:ext cx="12197899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BFA99F3-8039-924B-BE37-AA53911193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7976427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CALIBRI BOLD PT. 14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DF0844-59D6-AA42-BD23-6AFFFA0841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B5A3559-D8E6-8942-957C-913BD3948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38B816B-D367-EB4A-B8DE-742E09EB2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E076396-D0C0-4903-94CC-FD862805AD21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3BF561-0643-4D4E-A054-BBB48ACBAD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30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endi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FF0C7E-DA39-489F-9CA0-2FFF3C86F7A0}"/>
              </a:ext>
            </a:extLst>
          </p:cNvPr>
          <p:cNvSpPr/>
          <p:nvPr userDrawn="1"/>
        </p:nvSpPr>
        <p:spPr>
          <a:xfrm>
            <a:off x="-5899" y="0"/>
            <a:ext cx="12197899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9DEC892-CA39-0E42-9809-9B831087A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07787" y="2771549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33D5C0-62DD-B54E-92AF-E76B3F16BF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2125" y="3065272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41E8A-AEA1-4A39-BC18-B1771E9B2F9D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52379-CEE2-493D-9574-CC84CF0CA0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78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lumn Image (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2452ED-251E-4152-87D9-A9B5B113C8B8}"/>
              </a:ext>
            </a:extLst>
          </p:cNvPr>
          <p:cNvSpPr/>
          <p:nvPr userDrawn="1"/>
        </p:nvSpPr>
        <p:spPr>
          <a:xfrm>
            <a:off x="-5899" y="0"/>
            <a:ext cx="12197899" cy="6858000"/>
          </a:xfrm>
          <a:prstGeom prst="rect">
            <a:avLst/>
          </a:prstGeom>
          <a:gradFill flip="none" rotWithShape="1">
            <a:gsLst>
              <a:gs pos="0">
                <a:srgbClr val="2D3A49"/>
              </a:gs>
              <a:gs pos="57000">
                <a:srgbClr val="6C859F">
                  <a:shade val="67500"/>
                  <a:satMod val="115000"/>
                </a:srgbClr>
              </a:gs>
              <a:gs pos="100000">
                <a:srgbClr val="6C859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0A6ADEF-326D-5A4E-A408-FB196ECF4B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0228" y="1227931"/>
            <a:ext cx="5099050" cy="44021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08715D0-6024-EA4D-B2B6-117C17196C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1836460"/>
            <a:ext cx="5344115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8CC860B-0AF6-A04F-96EE-18824D888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151022"/>
            <a:ext cx="5373933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F2D631-23A1-A948-B1CF-2376639675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546062"/>
            <a:ext cx="53441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FB0613-7BA0-4944-84DB-0D60D9EFB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5246" y="4371477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3DAC6C40-0B23-304F-A700-5E57840CA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C8AC75-0FF2-3D4E-BD94-D649B54295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718EF3-AC44-4832-B0B4-D28C1F59511F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936FF8-D628-4B0B-8F49-6387AD6640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61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Blue Spa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06231E-A060-49BF-B11E-536A33B2E571}"/>
              </a:ext>
            </a:extLst>
          </p:cNvPr>
          <p:cNvSpPr/>
          <p:nvPr userDrawn="1"/>
        </p:nvSpPr>
        <p:spPr>
          <a:xfrm>
            <a:off x="0" y="0"/>
            <a:ext cx="722445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835136"/>
            <a:ext cx="5855599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7F4773B-613D-7541-9BAD-BE430E542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8B93D8D-BF74-1D4D-8B45-71FBCBC4E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5606371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25E22D6-0FE5-4C55-8051-103710511C14}"/>
              </a:ext>
            </a:extLst>
          </p:cNvPr>
          <p:cNvSpPr txBox="1">
            <a:spLocks/>
          </p:cNvSpPr>
          <p:nvPr userDrawn="1"/>
        </p:nvSpPr>
        <p:spPr>
          <a:xfrm>
            <a:off x="1450245" y="6505243"/>
            <a:ext cx="5606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5DDD3F-695E-4D8D-9E76-823823555B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614205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93B327-6C52-45CC-8CE3-AC5161F361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18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BFA99F3-8039-924B-BE37-AA53911193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7976427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CALIBRI BOLD PT. 14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DF0844-59D6-AA42-BD23-6AFFFA0841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B5A3559-D8E6-8942-957C-913BD3948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38B816B-D367-EB4A-B8DE-742E09EB2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E076396-D0C0-4903-94CC-FD862805AD21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3BF561-0643-4D4E-A054-BBB48ACBAD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18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9DEC892-CA39-0E42-9809-9B831087A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07787" y="2771549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33D5C0-62DD-B54E-92AF-E76B3F16BF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2125" y="3065272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41E8A-AEA1-4A39-BC18-B1771E9B2F9D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52379-CEE2-493D-9574-CC84CF0CA0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766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Imag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0A6ADEF-326D-5A4E-A408-FB196ECF4B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0228" y="1227931"/>
            <a:ext cx="5099050" cy="44021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08715D0-6024-EA4D-B2B6-117C17196C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1836460"/>
            <a:ext cx="5344115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8CC860B-0AF6-A04F-96EE-18824D888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151022"/>
            <a:ext cx="5373933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F2D631-23A1-A948-B1CF-2376639675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546062"/>
            <a:ext cx="53441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FB0613-7BA0-4944-84DB-0D60D9EFB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5246" y="4371477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3DAC6C40-0B23-304F-A700-5E57840CA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C8AC75-0FF2-3D4E-BD94-D649B54295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718EF3-AC44-4832-B0B4-D28C1F59511F}"/>
              </a:ext>
            </a:extLst>
          </p:cNvPr>
          <p:cNvSpPr txBox="1">
            <a:spLocks/>
          </p:cNvSpPr>
          <p:nvPr userDrawn="1"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936FF8-D628-4B0B-8F49-6387AD6640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00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233BDF-F983-804D-BA5C-6B0C8F5239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464860"/>
            <a:ext cx="7976427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>
                <a:solidFill>
                  <a:srgbClr val="65758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TITLE: ARIAL BOLD PT. 14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032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rgbClr val="1145AC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Headline: Arial Black Pt. 40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377E043-CE7A-1E4F-A5F9-F3B9B9EEBE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09588" y="6207265"/>
            <a:ext cx="1358348" cy="365125"/>
          </a:xfrm>
        </p:spPr>
        <p:txBody>
          <a:bodyPr/>
          <a:lstStyle/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11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233BDF-F983-804D-BA5C-6B0C8F5239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524494"/>
            <a:ext cx="7976427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rgbClr val="65758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TITLE: ARIAL BOLD PT. 14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rgbClr val="1145AC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Headline: Arial Black Pt. 40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E05FC40-FBBD-3F41-AC51-13A2BB7F0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6D7C86-A3DA-3D40-82AE-42EFB13783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</p:spTree>
    <p:extLst>
      <p:ext uri="{BB962C8B-B14F-4D97-AF65-F5344CB8AC3E}">
        <p14:creationId xmlns:p14="http://schemas.microsoft.com/office/powerpoint/2010/main" val="33705691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494351F-77FD-7348-8E99-FB18C8679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464860"/>
            <a:ext cx="7976427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>
                <a:solidFill>
                  <a:srgbClr val="65758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TITLE: ARIAL BOLD PT. 14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72D823F-70C3-764E-B2F1-FD1D7C8BCA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032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rgbClr val="1145AC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Headline: Arial Black Pt.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7F49-EFE9-784C-AA7D-D5285402C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2810998"/>
            <a:ext cx="4565551" cy="2017713"/>
          </a:xfrm>
        </p:spPr>
        <p:txBody>
          <a:bodyPr>
            <a:normAutofit/>
          </a:bodyPr>
          <a:lstStyle>
            <a:lvl1pPr marL="342900" indent="-342900">
              <a:buClr>
                <a:srgbClr val="27EBDA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</a:defRPr>
            </a:lvl1pPr>
            <a:lvl2pPr marL="742950" indent="-285750">
              <a:buClr>
                <a:srgbClr val="27EBDA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5039630-5E7F-194C-81CC-CB30FBB2A7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810998"/>
            <a:ext cx="4565551" cy="2017713"/>
          </a:xfrm>
        </p:spPr>
        <p:txBody>
          <a:bodyPr>
            <a:normAutofit/>
          </a:bodyPr>
          <a:lstStyle>
            <a:lvl1pPr marL="342900" indent="-342900">
              <a:buClr>
                <a:srgbClr val="27EBDA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</a:defRPr>
            </a:lvl1pPr>
            <a:lvl2pPr marL="742950" indent="-285750">
              <a:buClr>
                <a:srgbClr val="27EBDA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A18D437-1A41-7143-907B-C285EBC40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031" y="2356609"/>
            <a:ext cx="4565551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Title: Arial Bold pt. 16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6A4924A-3153-1141-9B86-DE5DBCC8DA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9" y="2351018"/>
            <a:ext cx="4565551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Title: Arial Bold pt. 16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AC757BF6-2BD5-E849-A7AE-A85D39B997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09588" y="6207265"/>
            <a:ext cx="1358348" cy="365125"/>
          </a:xfrm>
        </p:spPr>
        <p:txBody>
          <a:bodyPr/>
          <a:lstStyle/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290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8B4B-5975-4868-8228-1CCF5D9FB6D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167C0-DCF2-4459-BE30-2B4250D7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67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5" y="2330204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rgbClr val="65758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TITLE: ARIAL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4" y="2500760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rgbClr val="1145AC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Headline: Arial Black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3568147"/>
            <a:ext cx="9633586" cy="165083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rgbClr val="393F4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Body: Arial Regular Pt. 14 -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Donec</a:t>
            </a:r>
            <a:r>
              <a:rPr lang="en-US"/>
              <a:t>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in.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0B6167A-30CB-794D-99C7-46DC74774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6AFB01-47BD-4C21-B8DF-2E1EBE4BAED3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DE910F-1417-4037-AC76-F1566DA34F90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5848B8-3B52-476D-97F5-37C4D3BE63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05469" y="508580"/>
            <a:ext cx="3781064" cy="70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4926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5" y="2330204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rgbClr val="27EBD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SECTION TITLE: ARIAL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4" y="2500760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Headline: Arial Black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3568147"/>
            <a:ext cx="9633586" cy="165083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Body: Arial Regular Pt. 14 -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Donec</a:t>
            </a:r>
            <a:r>
              <a:rPr lang="en-US"/>
              <a:t>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in.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553C0AA-8CDD-5D40-8D88-093F84A07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813880B-E205-4859-A3BE-D9E4C72154DB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0F3994-E9E0-4957-B210-F78337011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622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able of Contents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032" y="239167"/>
            <a:ext cx="10618043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5EC7F43-5D3B-B346-9BD3-C3224378E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1" y="1138687"/>
            <a:ext cx="10618043" cy="5055079"/>
          </a:xfrm>
        </p:spPr>
        <p:txBody>
          <a:bodyPr>
            <a:noAutofit/>
          </a:bodyPr>
          <a:lstStyle>
            <a:lvl1pPr marL="285750" indent="-285750">
              <a:spcBef>
                <a:spcPts val="6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  <a:defRPr sz="2000" b="1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Tx/>
              <a:buFont typeface="Courier New" panose="02070309020205020404" pitchFamily="49" charset="0"/>
              <a:buChar char="o"/>
              <a:tabLst/>
              <a:defRPr sz="16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Update One</a:t>
            </a:r>
          </a:p>
          <a:p>
            <a:pPr lvl="1"/>
            <a:r>
              <a:rPr lang="en-US"/>
              <a:t>Line Item One</a:t>
            </a:r>
          </a:p>
          <a:p>
            <a:pPr lvl="0"/>
            <a:r>
              <a:rPr lang="en-US"/>
              <a:t>Update Two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Three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Four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Five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4C4EB5C-B63D-4645-8FD4-0D52F9308147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51DDE0-5613-4F46-BA72-89A2CF6FD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1AB4BB-C260-4E24-AF25-E4F68C93B24C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5EFD5A5-D96F-431D-82C4-7DA9377EE742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12BD5-77C0-476A-B467-264E46435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60E177-8374-4F5B-922F-3B3EDDDA7AD1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228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FC07D-8850-7F47-9A43-8CA5A62ECE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2125" y="2651712"/>
            <a:ext cx="8667750" cy="712722"/>
          </a:xfrm>
        </p:spPr>
        <p:txBody>
          <a:bodyPr anchor="t">
            <a:normAutofit/>
          </a:bodyPr>
          <a:lstStyle>
            <a:lvl1pPr marL="0" indent="0" algn="ctr">
              <a:buNone/>
              <a:defRPr sz="4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Title: Calibri Bold Pt. 48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CABA7-A6BE-E140-B1D6-70DF70B517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8321" y="5296355"/>
            <a:ext cx="4955359" cy="33913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 / Date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AC7E82-8401-F242-BC49-02A379CC42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7" y="3419212"/>
            <a:ext cx="7976427" cy="43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 HEADER: CALIBRI BOLD PT. 20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DED60A4-E5B4-4B85-9B9B-065597FE21D4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71D2E-9BA9-423D-BEB1-D9E6EB3D6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973" y="1127050"/>
            <a:ext cx="4270055" cy="8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500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(Blue) with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5" y="1697599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4" y="1993795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2838218"/>
            <a:ext cx="9633586" cy="28017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Aenean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553C0AA-8CDD-5D40-8D88-093F84A07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3DA9BC6-4E85-4FBC-B2B2-ADC83D7C2EFB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30ACF0-FB53-4F09-BC4F-A6B84A885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469" y="508073"/>
            <a:ext cx="3781064" cy="70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306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7785" y="2204564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4" y="2500760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3568147"/>
            <a:ext cx="9633586" cy="165083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Aenean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553C0AA-8CDD-5D40-8D88-093F84A07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9594" y="618893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3DA9BC6-4E85-4FBC-B2B2-ADC83D7C2EFB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AF6E2-1F5B-4963-931A-B2294808B0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989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9ACF3BE-8F5C-A04F-A18F-0CA3364C1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62125" y="2204564"/>
            <a:ext cx="8667750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F76BC2-6626-9E45-BC81-AA1697299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2125" y="2507740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7CB1E-CF5C-974C-81B3-3782401B2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207" y="3568147"/>
            <a:ext cx="9633586" cy="165083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Aenean </a:t>
            </a:r>
            <a:r>
              <a:rPr lang="en-US" err="1"/>
              <a:t>finibus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non </a:t>
            </a:r>
            <a:r>
              <a:rPr lang="en-US" err="1"/>
              <a:t>ultrices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in </a:t>
            </a:r>
            <a:r>
              <a:rPr lang="en-US" err="1"/>
              <a:t>bibendum</a:t>
            </a:r>
            <a:r>
              <a:rPr lang="en-US"/>
              <a:t> libero. Sed porta ipsum vel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. In </a:t>
            </a:r>
            <a:r>
              <a:rPr lang="en-US" err="1"/>
              <a:t>nec</a:t>
            </a:r>
            <a:r>
              <a:rPr lang="en-US"/>
              <a:t> maximus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vel cursus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sed dolor </a:t>
            </a:r>
            <a:r>
              <a:rPr lang="en-US" err="1"/>
              <a:t>felis</a:t>
            </a:r>
            <a:r>
              <a:rPr lang="en-US"/>
              <a:t>. Cras pharetra </a:t>
            </a:r>
            <a:r>
              <a:rPr lang="en-US" err="1"/>
              <a:t>placerat</a:t>
            </a:r>
            <a:r>
              <a:rPr lang="en-US"/>
              <a:t> lorem.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0B6167A-30CB-794D-99C7-46DC74774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121532B-3D26-4E20-AB93-D623FDBFBBBA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32AE1C-CCB6-4709-B6B4-1E8A96D8A9B4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ED338F-15E8-481E-A6A6-D2D605904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05469" y="508580"/>
            <a:ext cx="3781064" cy="70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17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2D5B38-8A0A-9344-8B13-61E7D77D41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55951" y="3078620"/>
            <a:ext cx="2146300" cy="1323439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300" b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One</a:t>
            </a:r>
          </a:p>
          <a:p>
            <a:pPr lvl="0"/>
            <a:r>
              <a:rPr lang="en-US"/>
              <a:t>Section Two</a:t>
            </a:r>
          </a:p>
          <a:p>
            <a:pPr lvl="0"/>
            <a:r>
              <a:rPr lang="en-US"/>
              <a:t>Section Three</a:t>
            </a:r>
          </a:p>
          <a:p>
            <a:pPr lvl="0"/>
            <a:r>
              <a:rPr lang="en-US"/>
              <a:t>Section Four</a:t>
            </a:r>
          </a:p>
          <a:p>
            <a:pPr lvl="0"/>
            <a:r>
              <a:rPr lang="en-US"/>
              <a:t>Section Five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02215C-B03E-CB4B-A532-D86DDC534C9F}"/>
              </a:ext>
            </a:extLst>
          </p:cNvPr>
          <p:cNvCxnSpPr>
            <a:cxnSpLocks/>
          </p:cNvCxnSpPr>
          <p:nvPr/>
        </p:nvCxnSpPr>
        <p:spPr>
          <a:xfrm>
            <a:off x="9151060" y="2925019"/>
            <a:ext cx="94109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F26E5-BAA2-E24E-8716-C253F1747E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55951" y="2265636"/>
            <a:ext cx="2114550" cy="553998"/>
          </a:xfrm>
        </p:spPr>
        <p:txBody>
          <a:bodyPr>
            <a:noAutofit/>
          </a:bodyPr>
          <a:lstStyle>
            <a:lvl1pPr marL="0" indent="0">
              <a:buNone/>
              <a:defRPr sz="3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Contents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FAF24B2-9178-411B-938D-2F243C864389}"/>
              </a:ext>
            </a:extLst>
          </p:cNvPr>
          <p:cNvSpPr txBox="1">
            <a:spLocks/>
          </p:cNvSpPr>
          <p:nvPr/>
        </p:nvSpPr>
        <p:spPr>
          <a:xfrm>
            <a:off x="0" y="6505243"/>
            <a:ext cx="8118029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5C8B3A-F7F5-46CB-80B7-F0ECE539D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027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s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233BDF-F983-804D-BA5C-6B0C8F5239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5EC7F43-5D3B-B346-9BD3-C3224378E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587" y="2255674"/>
            <a:ext cx="6308655" cy="3568655"/>
          </a:xfrm>
        </p:spPr>
        <p:txBody>
          <a:bodyPr>
            <a:noAutofit/>
          </a:bodyPr>
          <a:lstStyle>
            <a:lvl1pPr marL="285750" indent="-285750">
              <a:spcBef>
                <a:spcPts val="6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  <a:defRPr sz="2000" b="1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Tx/>
              <a:buFont typeface="Courier New" panose="02070309020205020404" pitchFamily="49" charset="0"/>
              <a:buChar char="o"/>
              <a:tabLst/>
              <a:defRPr sz="16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Update One</a:t>
            </a:r>
          </a:p>
          <a:p>
            <a:pPr lvl="1"/>
            <a:r>
              <a:rPr lang="en-US"/>
              <a:t>Line Item One</a:t>
            </a:r>
          </a:p>
          <a:p>
            <a:pPr lvl="0"/>
            <a:r>
              <a:rPr lang="en-US"/>
              <a:t>Update Two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Three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Four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Five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19002DB-1C78-4DE6-9822-362A60D9D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E78BAA4-D1AA-4992-9DFB-DEADD77501D2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09CA96-3994-4ECB-BC70-EA818B1DC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B2B9E4F-DA8A-4C21-A5D4-F686D75EE548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17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able of Contents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032" y="239167"/>
            <a:ext cx="10618043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5EC7F43-5D3B-B346-9BD3-C3224378E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1" y="1138687"/>
            <a:ext cx="10618043" cy="5055079"/>
          </a:xfrm>
        </p:spPr>
        <p:txBody>
          <a:bodyPr>
            <a:noAutofit/>
          </a:bodyPr>
          <a:lstStyle>
            <a:lvl1pPr marL="285750" indent="-285750">
              <a:spcBef>
                <a:spcPts val="6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  <a:defRPr sz="2000" b="1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Tx/>
              <a:buFont typeface="Courier New" panose="02070309020205020404" pitchFamily="49" charset="0"/>
              <a:buChar char="o"/>
              <a:tabLst/>
              <a:defRPr sz="16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Update One</a:t>
            </a:r>
          </a:p>
          <a:p>
            <a:pPr lvl="1"/>
            <a:r>
              <a:rPr lang="en-US"/>
              <a:t>Line Item One</a:t>
            </a:r>
          </a:p>
          <a:p>
            <a:pPr lvl="0"/>
            <a:r>
              <a:rPr lang="en-US"/>
              <a:t>Update Two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Three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Four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  <a:p>
            <a:pPr lvl="0"/>
            <a:r>
              <a:rPr lang="en-US"/>
              <a:t>Update Five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Line Item 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05DFE-2781-4EFD-BB5D-42BD232D0D11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5A083C-7595-4921-85E5-FDCAE1390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33E181-F985-447D-AF82-0F18C7EC979E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822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D9040A5-F8C8-904D-BE26-7E4A946C1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3" y="1836460"/>
            <a:ext cx="5344116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0C7A62D-6F06-A249-99FC-18D7044E96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146616"/>
            <a:ext cx="5373933" cy="1089529"/>
          </a:xfrm>
        </p:spPr>
        <p:txBody>
          <a:bodyPr anchor="t">
            <a:sp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BED4FDA-3ED2-F141-BBEE-8359F0C28A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546062"/>
            <a:ext cx="53441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8E0EA-19A6-5840-83D6-654068986A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0228" y="1227931"/>
            <a:ext cx="5099050" cy="44021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7727D93-3711-3448-849B-0AE2F18F0A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5246" y="4371477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732DCBC2-922A-4744-80AB-7206CB85A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11BDB47-1C60-5A40-A98F-EE2FAB8247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C460B5D-2787-46C3-B268-1C982C2157F8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AAF4A5-CF1F-4B78-AC9E-B3F566541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25ECB2A-4548-44F1-81E4-9798562D0B1D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53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Image &amp;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45FBB-AB1F-B842-B974-8CF7A71D6E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5325" y="1901361"/>
            <a:ext cx="5465763" cy="3836987"/>
          </a:xfrm>
        </p:spPr>
        <p:txBody>
          <a:bodyPr/>
          <a:lstStyle>
            <a:lvl1pPr marL="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5318B82-B2AC-7F43-8E9A-0CF45ECF76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1924487-8B14-A043-BFD4-7DF79FCA2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1CF6990-7A97-6344-9860-0B15ED257C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2099967"/>
            <a:ext cx="41873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39CB65-8027-B343-A337-2787C6BB0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3699" y="4349185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984977-9105-314E-9FB6-2F92C38580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9587" y="3979398"/>
            <a:ext cx="4187315" cy="1530350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Courier New" panose="02070309020205020404" pitchFamily="49" charset="0"/>
              <a:buChar char="o"/>
              <a:tabLst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48AF072A-B8EF-8E4B-8B37-C0B829199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1C5D0AA-7A87-154D-86B1-B491B699F7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9BB1CA6-1BF9-4A79-8A4B-C04E3C8D2126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EB23EF-8D35-4526-93E1-BB5C189BA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2BFDA55-AB0D-4837-922A-81EF3A8806FB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28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lumn Imag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0A6ADEF-326D-5A4E-A408-FB196ECF4B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0228" y="1227931"/>
            <a:ext cx="5099050" cy="44021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08715D0-6024-EA4D-B2B6-117C17196C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3" y="1836460"/>
            <a:ext cx="5344116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8CC860B-0AF6-A04F-96EE-18824D888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146616"/>
            <a:ext cx="5373933" cy="1089529"/>
          </a:xfrm>
        </p:spPr>
        <p:txBody>
          <a:bodyPr anchor="t">
            <a:sp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F2D631-23A1-A948-B1CF-2376639675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546062"/>
            <a:ext cx="53441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FB0613-7BA0-4944-84DB-0D60D9EFB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5246" y="4371477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3DAC6C40-0B23-304F-A700-5E57840CA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C8AC75-0FF2-3D4E-BD94-D649B54295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30329AA-95EC-45EF-B7A0-F7D8F183E09F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99642F-81A0-469F-B578-7BBBE5F69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596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494351F-77FD-7348-8E99-FB18C8679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2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72D823F-70C3-764E-B2F1-FD1D7C8BCA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7F49-EFE9-784C-AA7D-D5285402C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2810998"/>
            <a:ext cx="4565551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5039630-5E7F-194C-81CC-CB30FBB2A7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810998"/>
            <a:ext cx="4565551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A18D437-1A41-7143-907B-C285EBC40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031" y="2356609"/>
            <a:ext cx="4565551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6A4924A-3153-1141-9B86-DE5DBCC8DA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9" y="2351018"/>
            <a:ext cx="4565551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2FA222E4-A1AB-9E41-A1E6-D439F3A3D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1366BAF8-22E7-8543-8FE1-DD19FF69D2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192344B-EAF9-41C6-B362-8A2A3D05698B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95A77E-CF48-44EA-9613-0A635B7CF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203D1F2-FA87-4E61-BCEA-C676208F9AB9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340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hree Column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108B5A6-C4D0-2546-B9EC-FC2EBAA0C5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FF76BB0-CAA3-C145-AD2A-47EAAB9745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D727EAE-5051-E04A-A851-616A704F38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2960083"/>
            <a:ext cx="3240335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A1741CF-73CA-4E4A-AA55-8D81390D61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031" y="2505694"/>
            <a:ext cx="3240335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2D8752E-8884-A641-AF58-B6E18ED5E7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5832" y="2960083"/>
            <a:ext cx="3240335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2D6A89A-ADD1-D64A-90A6-39E67C6D48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5831" y="2505694"/>
            <a:ext cx="3240335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159F0-C00F-5248-B848-B6B199EB15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41633" y="2960083"/>
            <a:ext cx="3240335" cy="2017713"/>
          </a:xfrm>
        </p:spPr>
        <p:txBody>
          <a:bodyPr>
            <a:normAutofit/>
          </a:bodyPr>
          <a:lstStyle>
            <a:lvl1pPr marL="342900" indent="-342900">
              <a:buClr>
                <a:schemeClr val="accent6"/>
              </a:buClr>
              <a:buFont typeface="Courier New" panose="02070309020205020404" pitchFamily="49" charset="0"/>
              <a:buChar char="o"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accent6"/>
              </a:buClr>
              <a:buFont typeface="Courier New" panose="02070309020205020404" pitchFamily="49" charset="0"/>
              <a:buChar char="o"/>
              <a:defRPr sz="12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/>
              <a:t>Insert your first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second bullet here</a:t>
            </a:r>
          </a:p>
          <a:p>
            <a:pPr lvl="1"/>
            <a:r>
              <a:rPr lang="en-US"/>
              <a:t>Supporting bullet text can be here</a:t>
            </a:r>
          </a:p>
          <a:p>
            <a:pPr lvl="0"/>
            <a:r>
              <a:rPr lang="en-US"/>
              <a:t>Insert your third bullet here</a:t>
            </a:r>
          </a:p>
          <a:p>
            <a:pPr lvl="1"/>
            <a:r>
              <a:rPr lang="en-US"/>
              <a:t>Supporting bullet text can be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6ECFA93-BFC5-6940-92A1-9F7FA252E1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632" y="2505694"/>
            <a:ext cx="3240335" cy="293723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Calibri Bold pt. 16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1579A4E2-102F-7A42-BD1C-CC0E22E97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96E78B8-F8AA-8B4D-A42B-E1B2581D06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4E69CF4-2D5D-4541-8BB0-4C381130CD92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485C86-44A2-4AB9-A82F-5592EA2D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4BF43F2-F33F-4548-B649-8FA5A31B7167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lumn Images &amp;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30F871D-F8E8-084E-9CB8-46BA61E3C94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5511" y="2442625"/>
            <a:ext cx="3627437" cy="24161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FCF9D0-B580-7F45-9A58-D2160DF359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71963" y="2442625"/>
            <a:ext cx="3627437" cy="24161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9D634A-563A-374A-A863-F822C3A19F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4833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8FBD5E5-28B7-FB49-82B1-C86463DF81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43496B1-759A-C147-A2CE-3B1DC191C1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1999513"/>
            <a:ext cx="3336411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9FB0C5B-3B32-6140-B46E-97A5CF0E01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1174" y="4291226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A8D2E32-10C3-F74A-ADE4-58678C366A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4722" y="4291226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2851626-E6D7-C443-8533-625EC76915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588" y="4163629"/>
            <a:ext cx="3336411" cy="1530350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40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/>
              <a:t>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C63501B7-1514-2149-8810-5F8556AE8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A54C582-DBC0-4340-A74D-F145538DE1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5A87780-0EA0-4BA6-BFC6-5E20FBFED90A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6DC782-E74D-4E1A-936D-310524349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AC6225B-8789-4298-AC2F-1FB1E0B5F289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50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1C45C8D-3AD0-C24B-81F5-8A7932D99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77782" y="4812110"/>
            <a:ext cx="3014218" cy="204589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F51318E3-AE24-E64E-9665-919A971B72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77782" y="2283459"/>
            <a:ext cx="3014218" cy="240986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51D5EBAF-8BE0-5F46-A53D-1BD9C6F13EE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42346" y="0"/>
            <a:ext cx="3049654" cy="21646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0052DB0-208D-6C4C-B120-32BDFC5741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05413" y="0"/>
            <a:ext cx="3836987" cy="25352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C3D0A-2A02-E140-834B-01F3046C0C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05413" y="2636838"/>
            <a:ext cx="3836987" cy="4221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233BDF-F983-804D-BA5C-6B0C8F5239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3" y="1899271"/>
            <a:ext cx="4330324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218706"/>
            <a:ext cx="4360142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9F45269-16CC-914B-9D31-1CAD9B588B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429000"/>
            <a:ext cx="433032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rgbClr val="393F4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DFFFA1F-D3A1-7943-8A1C-BD9CE0605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7893" y="3270250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rgbClr val="393F47"/>
                </a:solidFill>
              </a:defRPr>
            </a:lvl1pPr>
          </a:lstStyle>
          <a:p>
            <a:pPr lvl="0"/>
            <a:r>
              <a:rPr lang="en-US"/>
              <a:t>[SMALL IMAGES OR GRAPHICS]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9428AE33-D4F3-074F-8B50-7DC48E9D3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B6080A9-7A1C-0C4D-BB8E-ABAB037D78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5A489F5-3FD4-4BE3-A556-2A87943D151F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01C886-402A-4D10-9BF3-3954396C5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1DC2BF1-1B52-4E81-8D98-41E62AC7C456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92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233BDF-F983-804D-BA5C-6B0C8F5239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863793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E05FC40-FBBD-3F41-AC51-13A2BB7F0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6D7C86-A3DA-3D40-82AE-42EFB13783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DF3AFD-A9AB-4FF7-BC73-2CA44D54C5DB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555336-D26A-4C49-A99E-891C7C8F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A44480D-0CFB-4141-A34C-3642885C0BF5}"/>
              </a:ext>
            </a:extLst>
          </p:cNvPr>
          <p:cNvSpPr/>
          <p:nvPr/>
        </p:nvSpPr>
        <p:spPr>
          <a:xfrm>
            <a:off x="0" y="0"/>
            <a:ext cx="20379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500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Layout With Grey Spa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835136"/>
            <a:ext cx="5855599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A9FAD8-A735-9343-A527-11415151B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93AD28C-2806-C640-BFBC-975C6EA5EB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5606371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64F056D-6D63-46C9-A66A-D9FE41B0BE41}"/>
              </a:ext>
            </a:extLst>
          </p:cNvPr>
          <p:cNvSpPr txBox="1">
            <a:spLocks/>
          </p:cNvSpPr>
          <p:nvPr/>
        </p:nvSpPr>
        <p:spPr>
          <a:xfrm>
            <a:off x="1450245" y="6505243"/>
            <a:ext cx="5606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80A7B6C-5B43-4F7C-ACEE-8D9270F70D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614205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Calibri BOLD PT.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347A28-BB72-4BE6-81C8-68D27E3A9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579" y="6065874"/>
            <a:ext cx="1629993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366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Layout With Blue Spa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06231E-A060-49BF-B11E-536A33B2E571}"/>
              </a:ext>
            </a:extLst>
          </p:cNvPr>
          <p:cNvSpPr/>
          <p:nvPr/>
        </p:nvSpPr>
        <p:spPr>
          <a:xfrm>
            <a:off x="0" y="0"/>
            <a:ext cx="722445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F8BF6CB-BDA6-ED4E-BF14-2DAEC6C82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835136"/>
            <a:ext cx="5855599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7F4773B-613D-7541-9BAD-BE430E542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8B93D8D-BF74-1D4D-8B45-71FBCBC4E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5606371" cy="230832"/>
          </a:xfrm>
        </p:spPr>
        <p:txBody>
          <a:bodyPr/>
          <a:lstStyle>
            <a:lvl1pPr marL="0" indent="0">
              <a:buNone/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25E22D6-0FE5-4C55-8051-103710511C14}"/>
              </a:ext>
            </a:extLst>
          </p:cNvPr>
          <p:cNvSpPr txBox="1">
            <a:spLocks/>
          </p:cNvSpPr>
          <p:nvPr/>
        </p:nvSpPr>
        <p:spPr>
          <a:xfrm>
            <a:off x="1450245" y="6505243"/>
            <a:ext cx="5606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5DDD3F-695E-4D8D-9E76-823823555B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6142053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93B327-6C52-45CC-8CE3-AC5161F361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76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Layout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BFA99F3-8039-924B-BE37-AA53911193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397306"/>
            <a:ext cx="7976427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CALIBRI BOLD PT. 14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DF0844-59D6-AA42-BD23-6AFFFA0841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704989"/>
            <a:ext cx="8667750" cy="727456"/>
          </a:xfrm>
        </p:spPr>
        <p:txBody>
          <a:bodyPr anchor="t">
            <a:normAutofit/>
          </a:bodyPr>
          <a:lstStyle>
            <a:lvl1pPr marL="0" indent="0" algn="l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B5A3559-D8E6-8942-957C-913BD3948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38B816B-D367-EB4A-B8DE-742E09EB2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E076396-D0C0-4903-94CC-FD862805AD21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3BF561-0643-4D4E-A054-BBB48ACBAD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166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ppendi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9DEC892-CA39-0E42-9809-9B831087A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07787" y="2771549"/>
            <a:ext cx="7976427" cy="29372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33D5C0-62DD-B54E-92AF-E76B3F16BF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2125" y="3065272"/>
            <a:ext cx="8667750" cy="727456"/>
          </a:xfrm>
        </p:spPr>
        <p:txBody>
          <a:bodyPr anchor="t"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41E8A-AEA1-4A39-BC18-B1771E9B2F9D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52379-CEE2-493D-9574-CC84CF0CA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888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lumn Imag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0A6ADEF-326D-5A4E-A408-FB196ECF4B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0228" y="1227931"/>
            <a:ext cx="5099050" cy="44021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08715D0-6024-EA4D-B2B6-117C17196C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032" y="1836460"/>
            <a:ext cx="5344115" cy="293723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1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TITLE: </a:t>
            </a:r>
            <a:r>
              <a:rPr lang="en-US" err="1"/>
              <a:t>calibri</a:t>
            </a:r>
            <a:r>
              <a:rPr lang="en-US"/>
              <a:t> BOLD PT. 14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8CC860B-0AF6-A04F-96EE-18824D888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215" y="2151022"/>
            <a:ext cx="5373933" cy="72745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None/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Headline: Calibri Bold Pt. 40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F2D631-23A1-A948-B1CF-2376639675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032" y="3546062"/>
            <a:ext cx="5344115" cy="1650831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Body: Calibri Regular Pt. 14 - Lorem ipsum dolor sit amet, consectetur adipiscing elit. Donec et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id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pulvinar </a:t>
            </a:r>
            <a:r>
              <a:rPr lang="en-US" err="1"/>
              <a:t>bibendum</a:t>
            </a:r>
            <a:r>
              <a:rPr lang="en-US"/>
              <a:t>. Nunc convallis in </a:t>
            </a:r>
            <a:r>
              <a:rPr lang="en-US" err="1"/>
              <a:t>purus</a:t>
            </a:r>
            <a:r>
              <a:rPr lang="en-US"/>
              <a:t> sit amet </a:t>
            </a:r>
            <a:r>
              <a:rPr lang="en-US" err="1"/>
              <a:t>congue</a:t>
            </a:r>
            <a:r>
              <a:rPr lang="en-US"/>
              <a:t>. Nunc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, maximus vestibulum enim </a:t>
            </a:r>
            <a:r>
              <a:rPr lang="en-US" err="1"/>
              <a:t>mattis</a:t>
            </a:r>
            <a:r>
              <a:rPr lang="en-US"/>
              <a:t> in.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FB0613-7BA0-4944-84DB-0D60D9EFB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5246" y="4371477"/>
            <a:ext cx="3529013" cy="317500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[SMALL IMAGE OR GRAPHIC]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3DAC6C40-0B23-304F-A700-5E57840CA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10031" y="6207265"/>
            <a:ext cx="50480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C8AC75-0FF2-3D4E-BD94-D649B54295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0245" y="6274411"/>
            <a:ext cx="6194109" cy="230832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 baseline="30000"/>
              <a:t>1</a:t>
            </a:r>
            <a:r>
              <a:rPr lang="en-US" sz="900"/>
              <a:t>Placeholder if you need a footnote for your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718EF3-AC44-4832-B0B4-D28C1F59511F}"/>
              </a:ext>
            </a:extLst>
          </p:cNvPr>
          <p:cNvSpPr txBox="1">
            <a:spLocks/>
          </p:cNvSpPr>
          <p:nvPr/>
        </p:nvSpPr>
        <p:spPr>
          <a:xfrm>
            <a:off x="1632629" y="6505243"/>
            <a:ext cx="9035371" cy="230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14313" indent="-214313" algn="l" defTabSz="914400" rtl="0" eaLnBrk="1" latinLnBrk="0" hangingPunct="1">
              <a:lnSpc>
                <a:spcPct val="90000"/>
              </a:lnSpc>
              <a:spcBef>
                <a:spcPts val="450"/>
              </a:spcBef>
              <a:buClr>
                <a:srgbClr val="27EBDA"/>
              </a:buClr>
              <a:buFont typeface="Courier New" panose="02070309020205020404" pitchFamily="49" charset="0"/>
              <a:buChar char="o"/>
              <a:defRPr sz="1500" b="1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27EBDA"/>
              </a:buClr>
              <a:buSzTx/>
              <a:buFont typeface="Courier New" panose="02070309020205020404" pitchFamily="49" charset="0"/>
              <a:buChar char="o"/>
              <a:tabLst/>
              <a:defRPr sz="1200" kern="1200">
                <a:solidFill>
                  <a:srgbClr val="393F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Property of Coaction Specialty Insurance Group and its Subsidiaries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936FF8-D628-4B0B-8F49-6387AD66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74744" y="6065874"/>
            <a:ext cx="1627662" cy="3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659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9D51-26F5-C977-7CBF-D1C438598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38B51-F625-7F92-0299-5EBA7C6B9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D4C1-1F86-90CC-E3E3-B4D526FD3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766A-44CE-4A56-8153-A11565E6FD59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053FD-2C36-2E8B-B6B5-8B00EC14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1E5F2-0E58-F380-F33A-DF4CACBE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4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image" Target="../media/image8.png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CF61B-E4C3-5042-8850-EC3D6481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3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88226-E921-3647-871B-339BD2DE1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235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72CE0-2067-2348-9A39-8498E9375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923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266EBFF-E80A-6D47-B3A0-67E40DD085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4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rgbClr val="3B5A75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000" b="1" kern="1200">
          <a:solidFill>
            <a:srgbClr val="393F47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400" kern="1200">
          <a:solidFill>
            <a:srgbClr val="393F47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200" kern="1200">
          <a:solidFill>
            <a:srgbClr val="393F47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5430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000" kern="1200">
          <a:solidFill>
            <a:srgbClr val="393F47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CF61B-E4C3-5042-8850-EC3D6481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3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88226-E921-3647-871B-339BD2DE1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235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72CE0-2067-2348-9A39-8498E9375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923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393F47"/>
                </a:solidFill>
              </a:defRPr>
            </a:lvl1pPr>
          </a:lstStyle>
          <a:p>
            <a:fld id="{346F9DAF-02CC-414E-84C0-E5DE8CC0B2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5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2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rgbClr val="1145AC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000"/>
        </a:spcBef>
        <a:buClr>
          <a:srgbClr val="27EBDA"/>
        </a:buClr>
        <a:buFont typeface="Courier New" panose="02070309020205020404" pitchFamily="49" charset="0"/>
        <a:buChar char="o"/>
        <a:defRPr sz="2000" b="1" kern="1200">
          <a:solidFill>
            <a:srgbClr val="393F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500"/>
        </a:spcBef>
        <a:buClr>
          <a:srgbClr val="27EBDA"/>
        </a:buClr>
        <a:buFont typeface="Courier New" panose="02070309020205020404" pitchFamily="49" charset="0"/>
        <a:buChar char="o"/>
        <a:defRPr sz="1400" kern="1200">
          <a:solidFill>
            <a:srgbClr val="393F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rgbClr val="27EBDA"/>
        </a:buClr>
        <a:buFont typeface="Courier New" panose="02070309020205020404" pitchFamily="49" charset="0"/>
        <a:buChar char="o"/>
        <a:defRPr sz="1200" kern="1200">
          <a:solidFill>
            <a:srgbClr val="393F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43050" indent="-171450" algn="l" defTabSz="914400" rtl="0" eaLnBrk="1" latinLnBrk="0" hangingPunct="1">
        <a:lnSpc>
          <a:spcPct val="100000"/>
        </a:lnSpc>
        <a:spcBef>
          <a:spcPts val="500"/>
        </a:spcBef>
        <a:buClr>
          <a:srgbClr val="27EBDA"/>
        </a:buClr>
        <a:buFont typeface="Courier New" panose="02070309020205020404" pitchFamily="49" charset="0"/>
        <a:buChar char="o"/>
        <a:defRPr sz="1000" kern="1200">
          <a:solidFill>
            <a:srgbClr val="393F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2E981F-D717-C6BA-DDB9-B7CE7EA72D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AI Vendor Assessment [DRAFT]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51624-E456-3B68-9700-C59482993582}"/>
              </a:ext>
            </a:extLst>
          </p:cNvPr>
          <p:cNvSpPr txBox="1"/>
          <p:nvPr/>
        </p:nvSpPr>
        <p:spPr>
          <a:xfrm>
            <a:off x="4733249" y="5022317"/>
            <a:ext cx="272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  <a:latin typeface="Arial" panose="020B0604020202020204"/>
              </a:rPr>
              <a:t>01/09/2026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853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F7EF-7A6B-A508-1766-161E0D8B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CA6E87-4B64-4F69-5D36-1F6DEDBACF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 Vendor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37FAB-7E56-1B00-1B6B-975512279D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AI Committee Members [DRAFT]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B460B-B1BA-9BA4-82A9-6E1533A22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6EBFF-E80A-6D47-B3A0-67E40DD085F1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873C29-F8F4-3301-D4D8-D19BE6356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757325"/>
              </p:ext>
            </p:extLst>
          </p:nvPr>
        </p:nvGraphicFramePr>
        <p:xfrm>
          <a:off x="510030" y="1743372"/>
          <a:ext cx="11160861" cy="3897868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454028">
                  <a:extLst>
                    <a:ext uri="{9D8B030D-6E8A-4147-A177-3AD203B41FA5}">
                      <a16:colId xmlns:a16="http://schemas.microsoft.com/office/drawing/2014/main" val="3927798193"/>
                    </a:ext>
                  </a:extLst>
                </a:gridCol>
                <a:gridCol w="6481852">
                  <a:extLst>
                    <a:ext uri="{9D8B030D-6E8A-4147-A177-3AD203B41FA5}">
                      <a16:colId xmlns:a16="http://schemas.microsoft.com/office/drawing/2014/main" val="3798468586"/>
                    </a:ext>
                  </a:extLst>
                </a:gridCol>
                <a:gridCol w="1066235">
                  <a:extLst>
                    <a:ext uri="{9D8B030D-6E8A-4147-A177-3AD203B41FA5}">
                      <a16:colId xmlns:a16="http://schemas.microsoft.com/office/drawing/2014/main" val="2657805643"/>
                    </a:ext>
                  </a:extLst>
                </a:gridCol>
                <a:gridCol w="2158746">
                  <a:extLst>
                    <a:ext uri="{9D8B030D-6E8A-4147-A177-3AD203B41FA5}">
                      <a16:colId xmlns:a16="http://schemas.microsoft.com/office/drawing/2014/main" val="53578469"/>
                    </a:ext>
                  </a:extLst>
                </a:gridCol>
              </a:tblGrid>
              <a:tr h="16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Group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Role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Contacts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327696"/>
                  </a:ext>
                </a:extLst>
              </a:tr>
              <a:tr h="16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Business Owner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Initiates AI vendor request and provides responses including the solution purpose and use case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Varies – is the primary business requestor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79913"/>
                  </a:ext>
                </a:extLst>
              </a:tr>
              <a:tr h="4975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Architecture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Assesses technical fit into the Coaction ecosystem and </a:t>
                      </a: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verifies alignment with enterprise architecture, integration standards, audit logging and long‑term platform strategy.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Ramana Narayanam </a:t>
                      </a:r>
                    </a:p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</a:p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Kip Porterfield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515298"/>
                  </a:ext>
                </a:extLst>
              </a:tr>
              <a:tr h="16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Infrastructure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Validates hosting model, scalability, reliability, cost, and operational supportability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Mike Chang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15072"/>
                  </a:ext>
                </a:extLst>
              </a:tr>
              <a:tr h="16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Security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Assesses security posture, access controls, data protection, and vendor risk.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Vince Doran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854613"/>
                  </a:ext>
                </a:extLst>
              </a:tr>
              <a:tr h="3317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Risk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Evaluates model, operational, and business risk; bias, explainability, and human oversight.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Chris Ordowich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764318"/>
                  </a:ext>
                </a:extLst>
              </a:tr>
              <a:tr h="16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Legal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Reviews regulatory compliance, contracts, IP, liability, and data usage rights.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Jolene Casatelli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and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Joshua Grajewski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850492"/>
                  </a:ext>
                </a:extLst>
              </a:tr>
              <a:tr h="16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Audit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Confirms auditability, controls, logging, and regulatory exam readiness.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Saji Mathew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67799"/>
                  </a:ext>
                </a:extLst>
              </a:tr>
              <a:tr h="16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Governs data sourcing, privacy, classification, quality, lineage, and retention.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Priyanka Kapoor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727520"/>
                  </a:ext>
                </a:extLst>
              </a:tr>
              <a:tr h="1658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Executive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Executive Oversight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Bertrand Spunberg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46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00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1694-4655-AE37-3140-B4ECCE7A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731CEF-C340-2B3E-9CFE-FA67CCAC39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 Vendor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33DAE-0340-6694-2CD7-C49F9A7E0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AI Vendor Assessment Process [DRAFT]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B1A03-BD6D-7C39-1A79-CB61FADB3C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7" y="1573162"/>
            <a:ext cx="11456271" cy="4251168"/>
          </a:xfrm>
        </p:spPr>
        <p:txBody>
          <a:bodyPr/>
          <a:lstStyle/>
          <a:p>
            <a:r>
              <a:rPr lang="en-US" dirty="0"/>
              <a:t>Business Owner completes the first section of the AI Vendor Review (rows 2 - 14) and submits to the AI Steering Committee</a:t>
            </a:r>
          </a:p>
          <a:p>
            <a:r>
              <a:rPr lang="en-US" dirty="0"/>
              <a:t>Risk department gauges risk on the AI Vendor Review (rows 16 - 17) and determines if we should proceed based on risk level or deny the request</a:t>
            </a:r>
          </a:p>
          <a:p>
            <a:r>
              <a:rPr lang="en-US" dirty="0"/>
              <a:t>Business Owner collaborates with vendor and Coaction IT to complete final section of the AI Vendor Review (rows 19 - 40)</a:t>
            </a:r>
          </a:p>
          <a:p>
            <a:r>
              <a:rPr lang="en-US" dirty="0"/>
              <a:t>Meeting is held with Business Owner and AI Steering Committee members to discuss request and any questions. The </a:t>
            </a:r>
            <a:r>
              <a:rPr lang="en-US"/>
              <a:t>committee may </a:t>
            </a:r>
            <a:r>
              <a:rPr lang="en-US" dirty="0"/>
              <a:t>request more information from the business owner to compile after the call for final approval or denial</a:t>
            </a:r>
          </a:p>
          <a:p>
            <a:r>
              <a:rPr lang="en-US" dirty="0"/>
              <a:t>The AI Steering Committee approves or denies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C22C1-BAEB-E60B-2523-FAC075842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6EBFF-E80A-6D47-B3A0-67E40DD085F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788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">
      <a:dk1>
        <a:srgbClr val="526273"/>
      </a:dk1>
      <a:lt1>
        <a:srgbClr val="FFFFFF"/>
      </a:lt1>
      <a:dk2>
        <a:srgbClr val="3B5A75"/>
      </a:dk2>
      <a:lt2>
        <a:srgbClr val="D9D9D6"/>
      </a:lt2>
      <a:accent1>
        <a:srgbClr val="919D9D"/>
      </a:accent1>
      <a:accent2>
        <a:srgbClr val="0075CF"/>
      </a:accent2>
      <a:accent3>
        <a:srgbClr val="78BE20"/>
      </a:accent3>
      <a:accent4>
        <a:srgbClr val="919D9D"/>
      </a:accent4>
      <a:accent5>
        <a:srgbClr val="A2ACAB"/>
      </a:accent5>
      <a:accent6>
        <a:srgbClr val="BBBCBC"/>
      </a:accent6>
      <a:hlink>
        <a:srgbClr val="D9D9D6"/>
      </a:hlink>
      <a:folHlink>
        <a:srgbClr val="0075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action Theme">
  <a:themeElements>
    <a:clrScheme name="ProSight Colors">
      <a:dk1>
        <a:srgbClr val="383F47"/>
      </a:dk1>
      <a:lt1>
        <a:srgbClr val="FFFFFF"/>
      </a:lt1>
      <a:dk2>
        <a:srgbClr val="1045AC"/>
      </a:dk2>
      <a:lt2>
        <a:srgbClr val="27EBDA"/>
      </a:lt2>
      <a:accent1>
        <a:srgbClr val="092661"/>
      </a:accent1>
      <a:accent2>
        <a:srgbClr val="0069CB"/>
      </a:accent2>
      <a:accent3>
        <a:srgbClr val="097B91"/>
      </a:accent3>
      <a:accent4>
        <a:srgbClr val="657582"/>
      </a:accent4>
      <a:accent5>
        <a:srgbClr val="EBECEF"/>
      </a:accent5>
      <a:accent6>
        <a:srgbClr val="1A1A1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action Theme" id="{4E94F164-A189-48CB-9958-46F942C17CC6}" vid="{694BF11D-7CB1-438A-A661-9DBFABBAFB8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6ec6db-0c23-4c88-a4c3-b897b1270766" xsi:nil="true"/>
    <lcf76f155ced4ddcb4097134ff3c332f xmlns="a03c1ab4-2f7a-471b-9704-e8869a550e1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15E69518D3954790404549BB828590" ma:contentTypeVersion="10" ma:contentTypeDescription="Create a new document." ma:contentTypeScope="" ma:versionID="be7726cf7e52d411f19069181586faf7">
  <xsd:schema xmlns:xsd="http://www.w3.org/2001/XMLSchema" xmlns:xs="http://www.w3.org/2001/XMLSchema" xmlns:p="http://schemas.microsoft.com/office/2006/metadata/properties" xmlns:ns2="a03c1ab4-2f7a-471b-9704-e8869a550e1f" xmlns:ns3="936ec6db-0c23-4c88-a4c3-b897b1270766" targetNamespace="http://schemas.microsoft.com/office/2006/metadata/properties" ma:root="true" ma:fieldsID="18ba82121005a01a3331076ed60a360d" ns2:_="" ns3:_="">
    <xsd:import namespace="a03c1ab4-2f7a-471b-9704-e8869a550e1f"/>
    <xsd:import namespace="936ec6db-0c23-4c88-a4c3-b897b127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3c1ab4-2f7a-471b-9704-e8869a550e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034b23d-b508-4213-a47c-58e85059ce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6ec6db-0c23-4c88-a4c3-b897b12707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c2dfd7f-8f8e-4bfe-862e-686ca3fcb59c}" ma:internalName="TaxCatchAll" ma:showField="CatchAllData" ma:web="936ec6db-0c23-4c88-a4c3-b897b12707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E523A9-0215-4D6B-96A2-4ACD34EB8A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111061-752D-4286-92F4-EF64FDB216AF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07fd3826-050b-40df-845a-19022058505a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301bfd2-8516-4b82-9fb9-a0c7f53eebaf"/>
    <ds:schemaRef ds:uri="http://www.w3.org/XML/1998/namespace"/>
    <ds:schemaRef ds:uri="http://purl.org/dc/dcmitype/"/>
    <ds:schemaRef ds:uri="936ec6db-0c23-4c88-a4c3-b897b1270766"/>
    <ds:schemaRef ds:uri="a03c1ab4-2f7a-471b-9704-e8869a550e1f"/>
  </ds:schemaRefs>
</ds:datastoreItem>
</file>

<file path=customXml/itemProps3.xml><?xml version="1.0" encoding="utf-8"?>
<ds:datastoreItem xmlns:ds="http://schemas.openxmlformats.org/officeDocument/2006/customXml" ds:itemID="{48768E9E-F8EC-4ADD-A629-19913B8FFD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3c1ab4-2f7a-471b-9704-e8869a550e1f"/>
    <ds:schemaRef ds:uri="936ec6db-0c23-4c88-a4c3-b897b1270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17220</TotalTime>
  <Words>330</Words>
  <Application>Microsoft Office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Arial Black</vt:lpstr>
      <vt:lpstr>Calibri</vt:lpstr>
      <vt:lpstr>Courier New</vt:lpstr>
      <vt:lpstr>1_Office Theme</vt:lpstr>
      <vt:lpstr>Coaction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Gupta</dc:creator>
  <cp:lastModifiedBy>Kip Porterfield</cp:lastModifiedBy>
  <cp:revision>75</cp:revision>
  <dcterms:created xsi:type="dcterms:W3CDTF">2024-09-20T17:46:56Z</dcterms:created>
  <dcterms:modified xsi:type="dcterms:W3CDTF">2026-03-31T19:22:47Z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0x0101000A15E69518D3954790404549BB828590</vt:lpwstr>
  </property>
  <property fmtid="{D5CDD505-2E9C-101B-9397-08002B2CF9AE}" pid="3" name="MediaServiceImageTags">
    <vt:lpwstr/>
  </property>
</Properties>
</file>